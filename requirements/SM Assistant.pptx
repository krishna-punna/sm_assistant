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69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068FBC-4843-E41C-0C89-AB1F5E8929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F1B4956-5E97-5EAE-2698-5B26C13C49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AFCEAB-3DA9-E946-8AFD-858C754CA8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D1E944-00FD-4886-B341-C36DFEBDE9EA}" type="datetimeFigureOut">
              <a:rPr lang="en-IN" smtClean="0"/>
              <a:t>25-10-2026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CC44AA-7D22-A271-A5FE-7140B80D23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F1382F-794F-ED94-959F-4D4AFE9016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E8A1AC-F70B-4DA9-9ABA-520E65184A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23049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655E9B-F0D7-26C0-C6AD-264FD4CB57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D93CEF-F973-862A-A438-A107F4982C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660A99-A171-E162-1E4B-7291F02598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D1E944-00FD-4886-B341-C36DFEBDE9EA}" type="datetimeFigureOut">
              <a:rPr lang="en-IN" smtClean="0"/>
              <a:t>25-10-2026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DDA479-0637-0F2C-22F5-42FFBECF69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760494-444B-2227-CBAF-60C8D5680D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E8A1AC-F70B-4DA9-9ABA-520E65184A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40899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B5555C-5E38-B979-12D0-C459F51E1F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AE7433-B9A7-E705-5601-D5469A527B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A26676-6F20-373F-AFAB-5D2AC827A8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D1E944-00FD-4886-B341-C36DFEBDE9EA}" type="datetimeFigureOut">
              <a:rPr lang="en-IN" smtClean="0"/>
              <a:t>25-10-2026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79EF65-9551-E088-D1A7-D0A32D6A1E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FFD28A-3F6E-C19A-48BC-2D505670BE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E8A1AC-F70B-4DA9-9ABA-520E65184A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82998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0CFF36-3269-A52B-BE68-BBD3BBCD3E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C10731-DB69-8802-63DF-C08046D75CE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772335-4232-59F3-59C7-FB5AB02DB2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841DBC-4CB4-985F-950C-B8C64BC7B0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D1E944-00FD-4886-B341-C36DFEBDE9EA}" type="datetimeFigureOut">
              <a:rPr lang="en-IN" smtClean="0"/>
              <a:t>25-10-2026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72F7FE-4025-9910-7C64-AEFACE4B10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63259F-9374-1DEA-8480-F783221F7E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E8A1AC-F70B-4DA9-9ABA-520E65184A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69280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A67AA3-0A46-1E97-AE35-F14E6C0B68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F98982-E876-0F3B-F43B-1A8AF503B5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EC1F992-EE4B-D6E6-6C7C-AAE4CDA341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0DB93BB-9DB2-467A-EAEE-930A28C34EB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E594CAB-9776-B5AC-D6FF-31E2BC7BFB2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0EB0F51-677B-CE5E-0A47-FC00EA606C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D1E944-00FD-4886-B341-C36DFEBDE9EA}" type="datetimeFigureOut">
              <a:rPr lang="en-IN" smtClean="0"/>
              <a:t>25-10-2026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139093B-9705-1DD9-87CD-81D9739A96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84B6BE-207D-50B6-1FDC-DFE35BAA14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E8A1AC-F70B-4DA9-9ABA-520E65184A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82080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A7D4E4-C317-44D6-C85D-2AC30E994D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8A0F857-8D39-3707-3913-F83288A19B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D1E944-00FD-4886-B341-C36DFEBDE9EA}" type="datetimeFigureOut">
              <a:rPr lang="en-IN" smtClean="0"/>
              <a:t>25-10-2026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07539CD-7170-977E-5871-4C2F622B49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6F2051-CC19-C406-0799-ABC52A9DD5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E8A1AC-F70B-4DA9-9ABA-520E65184A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66760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2F54C36-8B5A-2975-C2A2-B29E1C7F07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D1E944-00FD-4886-B341-C36DFEBDE9EA}" type="datetimeFigureOut">
              <a:rPr lang="en-IN" smtClean="0"/>
              <a:t>25-10-2026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9175067-D826-747D-9FA5-528F2BE56A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436DB8-04D0-051B-9470-DB9082F8AF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E8A1AC-F70B-4DA9-9ABA-520E65184A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24411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B708F6-8A2D-02E9-F351-A4E1182D18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CF9C25-11FD-9728-7501-15B9ECADF9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1959D9C-05D6-B811-B064-6995E453E0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30C9E4-A42E-449C-E107-D0515F3059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D1E944-00FD-4886-B341-C36DFEBDE9EA}" type="datetimeFigureOut">
              <a:rPr lang="en-IN" smtClean="0"/>
              <a:t>25-10-2026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D19D42-F019-16FD-B7F8-B3BFA7A07E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287903-8D65-F63E-3091-FE8BD1A62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E8A1AC-F70B-4DA9-9ABA-520E65184A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71518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558E1E-1579-884B-CD21-1223C1B10F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D99E9AA-D1FC-1371-B393-0613728D192C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E6F8CD9-99CD-8DC0-1C91-1F7AD39EDE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59DDC8-1A24-F313-6918-36021A2800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D1E944-00FD-4886-B341-C36DFEBDE9EA}" type="datetimeFigureOut">
              <a:rPr lang="en-IN" smtClean="0"/>
              <a:t>25-10-2026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03EE6A-2712-ADD5-A427-E3C28A0C49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82FE74-F1DE-DE6F-2CE0-E65A6FDBBA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E8A1AC-F70B-4DA9-9ABA-520E65184A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5966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E2B6AC-44DF-3A3F-53D0-80258B0BFB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D7125FC-14BE-31EF-7CAA-8978140ED0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8A9BCE-6F9C-4613-928C-E16A1218CF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D1E944-00FD-4886-B341-C36DFEBDE9EA}" type="datetimeFigureOut">
              <a:rPr lang="en-IN" smtClean="0"/>
              <a:t>25-10-2026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602EB7-BA3A-6506-F882-263FBA90C9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D65347-4B1A-ABFA-43F2-907FF9FAF0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E8A1AC-F70B-4DA9-9ABA-520E65184A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69299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B071873-4546-AEDD-4D64-5A6E96B8CEF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DBB8476-CE02-562A-6A34-250B68C5E6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306D2F-64DD-B925-C16F-9C8ADCE283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D1E944-00FD-4886-B341-C36DFEBDE9EA}" type="datetimeFigureOut">
              <a:rPr lang="en-IN" smtClean="0"/>
              <a:t>25-10-2026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A4B5A5-8DCA-6C9F-80A8-7607B09E08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E95F8D-1AAB-E4E7-3DB2-B3F3985607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E8A1AC-F70B-4DA9-9ABA-520E65184A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79425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7E93364-B8F2-5340-42D2-93A9F7FA5B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BACE66-EC9D-1AFC-2400-941C39D02D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5BF6C7-5838-085C-9BAC-CEF32C2C27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D1E944-00FD-4886-B341-C36DFEBDE9EA}" type="datetimeFigureOut">
              <a:rPr lang="en-IN" smtClean="0"/>
              <a:t>25-10-2026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EEF4E9-2B23-D220-4444-D9A4E57A57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D008E8-AFB7-F985-87FF-988674FF73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E8A1AC-F70B-4DA9-9ABA-520E65184A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55581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FB1BEA-1327-83EA-9B59-904448FA1CC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SM Assistant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AC1D631-E371-DC03-3994-054BCACF05F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Social Media Personal Assistant Mobile Application Requirements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729512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0AF26B4-78F4-92B0-2160-C8AE3254CD87}"/>
              </a:ext>
            </a:extLst>
          </p:cNvPr>
          <p:cNvSpPr/>
          <p:nvPr/>
        </p:nvSpPr>
        <p:spPr>
          <a:xfrm>
            <a:off x="1649506" y="493059"/>
            <a:ext cx="3603812" cy="607807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F598C75-3396-8748-A129-6A959DE550F2}"/>
              </a:ext>
            </a:extLst>
          </p:cNvPr>
          <p:cNvSpPr/>
          <p:nvPr/>
        </p:nvSpPr>
        <p:spPr>
          <a:xfrm>
            <a:off x="1649506" y="493060"/>
            <a:ext cx="3603812" cy="56477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SM Assistant</a:t>
            </a:r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14654AF-2103-98D0-00B1-25B3874059D9}"/>
              </a:ext>
            </a:extLst>
          </p:cNvPr>
          <p:cNvSpPr/>
          <p:nvPr/>
        </p:nvSpPr>
        <p:spPr>
          <a:xfrm>
            <a:off x="1837765" y="1757082"/>
            <a:ext cx="3173506" cy="4123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LinkedIn API</a:t>
            </a:r>
            <a:endParaRPr lang="en-IN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0309459-0489-7F25-40BA-8B435C9B7C1A}"/>
              </a:ext>
            </a:extLst>
          </p:cNvPr>
          <p:cNvSpPr/>
          <p:nvPr/>
        </p:nvSpPr>
        <p:spPr>
          <a:xfrm>
            <a:off x="1837765" y="2456328"/>
            <a:ext cx="3173506" cy="4123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AI Agent</a:t>
            </a:r>
            <a:endParaRPr lang="en-IN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CDEDD75-A745-21BA-9008-D32B5D199507}"/>
              </a:ext>
            </a:extLst>
          </p:cNvPr>
          <p:cNvSpPr/>
          <p:nvPr/>
        </p:nvSpPr>
        <p:spPr>
          <a:xfrm>
            <a:off x="1837765" y="3119717"/>
            <a:ext cx="3173506" cy="4123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AI Agent</a:t>
            </a:r>
            <a:endParaRPr lang="en-IN" dirty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FCAA876F-734A-660E-A9EC-594A8789D232}"/>
              </a:ext>
            </a:extLst>
          </p:cNvPr>
          <p:cNvGrpSpPr/>
          <p:nvPr/>
        </p:nvGrpSpPr>
        <p:grpSpPr>
          <a:xfrm>
            <a:off x="6096000" y="493059"/>
            <a:ext cx="3603812" cy="6078070"/>
            <a:chOff x="6096000" y="493059"/>
            <a:chExt cx="3603812" cy="607807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905DC47A-114F-58B6-9D70-F8C561675233}"/>
                </a:ext>
              </a:extLst>
            </p:cNvPr>
            <p:cNvSpPr/>
            <p:nvPr/>
          </p:nvSpPr>
          <p:spPr>
            <a:xfrm>
              <a:off x="6096000" y="493059"/>
              <a:ext cx="3603812" cy="607807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2C343D9B-E245-1CA0-3D35-8E86ED57AC00}"/>
                </a:ext>
              </a:extLst>
            </p:cNvPr>
            <p:cNvSpPr/>
            <p:nvPr/>
          </p:nvSpPr>
          <p:spPr>
            <a:xfrm>
              <a:off x="6096000" y="493060"/>
              <a:ext cx="3603812" cy="564776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SM Assistant</a:t>
              </a:r>
              <a:endParaRPr lang="en-IN" dirty="0"/>
            </a:p>
          </p:txBody>
        </p:sp>
      </p:grpSp>
      <p:sp>
        <p:nvSpPr>
          <p:cNvPr id="21" name="Rectangle 20">
            <a:extLst>
              <a:ext uri="{FF2B5EF4-FFF2-40B4-BE49-F238E27FC236}">
                <a16:creationId xmlns:a16="http://schemas.microsoft.com/office/drawing/2014/main" id="{284F4DF1-8A60-5E87-DA37-B9AB3D666C02}"/>
              </a:ext>
            </a:extLst>
          </p:cNvPr>
          <p:cNvSpPr/>
          <p:nvPr/>
        </p:nvSpPr>
        <p:spPr>
          <a:xfrm>
            <a:off x="6096000" y="1192305"/>
            <a:ext cx="1694329" cy="412377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LinkedIn</a:t>
            </a:r>
            <a:endParaRPr lang="en-IN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B242786-BD28-86F9-06CD-8F511861B492}"/>
              </a:ext>
            </a:extLst>
          </p:cNvPr>
          <p:cNvSpPr txBox="1"/>
          <p:nvPr/>
        </p:nvSpPr>
        <p:spPr>
          <a:xfrm>
            <a:off x="6096000" y="1757082"/>
            <a:ext cx="16943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Linked APIs</a:t>
            </a:r>
            <a:endParaRPr lang="en-IN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761B888-26CE-469B-7273-D6D2A02A60F2}"/>
              </a:ext>
            </a:extLst>
          </p:cNvPr>
          <p:cNvSpPr/>
          <p:nvPr/>
        </p:nvSpPr>
        <p:spPr>
          <a:xfrm>
            <a:off x="6257365" y="2169459"/>
            <a:ext cx="3003176" cy="3693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TEXT BOX</a:t>
            </a:r>
            <a:endParaRPr lang="en-IN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4DDD30B-15BD-3764-7AC0-E2D3999EAC0C}"/>
              </a:ext>
            </a:extLst>
          </p:cNvPr>
          <p:cNvSpPr txBox="1"/>
          <p:nvPr/>
        </p:nvSpPr>
        <p:spPr>
          <a:xfrm>
            <a:off x="6087035" y="2741419"/>
            <a:ext cx="16943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Linked API Key</a:t>
            </a:r>
            <a:endParaRPr lang="en-IN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A036E9E-FC3F-19C3-70C9-39C98BA72464}"/>
              </a:ext>
            </a:extLst>
          </p:cNvPr>
          <p:cNvSpPr/>
          <p:nvPr/>
        </p:nvSpPr>
        <p:spPr>
          <a:xfrm>
            <a:off x="6248400" y="3153796"/>
            <a:ext cx="3003176" cy="3693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TEXT BOX</a:t>
            </a:r>
            <a:endParaRPr lang="en-IN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608BD29-D4A7-1BBC-FF8D-903698684052}"/>
              </a:ext>
            </a:extLst>
          </p:cNvPr>
          <p:cNvSpPr/>
          <p:nvPr/>
        </p:nvSpPr>
        <p:spPr>
          <a:xfrm>
            <a:off x="6087035" y="5549154"/>
            <a:ext cx="3612776" cy="518169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SAVE</a:t>
            </a:r>
            <a:endParaRPr lang="en-IN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16F63E4-8805-248F-732F-D9027D8C173A}"/>
              </a:ext>
            </a:extLst>
          </p:cNvPr>
          <p:cNvSpPr/>
          <p:nvPr/>
        </p:nvSpPr>
        <p:spPr>
          <a:xfrm>
            <a:off x="6087035" y="6077178"/>
            <a:ext cx="3603811" cy="488575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Back to Home</a:t>
            </a:r>
            <a:endParaRPr lang="en-IN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8592CDDB-99A5-676A-97C6-BCA2E03A855B}"/>
              </a:ext>
            </a:extLst>
          </p:cNvPr>
          <p:cNvSpPr/>
          <p:nvPr/>
        </p:nvSpPr>
        <p:spPr>
          <a:xfrm>
            <a:off x="1837765" y="3854823"/>
            <a:ext cx="3173506" cy="4123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SM Assistant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229438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8EB2BA88-CF10-CE62-C8F4-5C39D4FD5F7D}"/>
              </a:ext>
            </a:extLst>
          </p:cNvPr>
          <p:cNvGrpSpPr/>
          <p:nvPr/>
        </p:nvGrpSpPr>
        <p:grpSpPr>
          <a:xfrm>
            <a:off x="1290918" y="389965"/>
            <a:ext cx="3603812" cy="6078070"/>
            <a:chOff x="6096000" y="493059"/>
            <a:chExt cx="3603812" cy="6078070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E2C87A0B-8FBF-21A4-595F-F5B98CDCAB59}"/>
                </a:ext>
              </a:extLst>
            </p:cNvPr>
            <p:cNvSpPr/>
            <p:nvPr/>
          </p:nvSpPr>
          <p:spPr>
            <a:xfrm>
              <a:off x="6096000" y="493059"/>
              <a:ext cx="3603812" cy="607807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BB180D36-9EF2-699B-B6BE-E5DC646BD477}"/>
                </a:ext>
              </a:extLst>
            </p:cNvPr>
            <p:cNvSpPr/>
            <p:nvPr/>
          </p:nvSpPr>
          <p:spPr>
            <a:xfrm>
              <a:off x="6096000" y="493060"/>
              <a:ext cx="3603812" cy="564776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SM Assistant</a:t>
              </a:r>
              <a:endParaRPr lang="en-IN" dirty="0"/>
            </a:p>
          </p:txBody>
        </p:sp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6837203B-B1F5-2C4D-0B39-C007FF5FC39C}"/>
              </a:ext>
            </a:extLst>
          </p:cNvPr>
          <p:cNvSpPr/>
          <p:nvPr/>
        </p:nvSpPr>
        <p:spPr>
          <a:xfrm>
            <a:off x="1290918" y="1156446"/>
            <a:ext cx="1524000" cy="412377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AI Agent</a:t>
            </a:r>
            <a:endParaRPr lang="en-IN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7A3E9C7-EDBC-B6C1-9D2E-5287F9FFD27D}"/>
              </a:ext>
            </a:extLst>
          </p:cNvPr>
          <p:cNvSpPr/>
          <p:nvPr/>
        </p:nvSpPr>
        <p:spPr>
          <a:xfrm>
            <a:off x="1290917" y="2142564"/>
            <a:ext cx="3603811" cy="4123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Claude AI Agent</a:t>
            </a:r>
            <a:endParaRPr lang="en-IN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78240FE-D513-E443-4819-58322BC8B5BF}"/>
              </a:ext>
            </a:extLst>
          </p:cNvPr>
          <p:cNvSpPr/>
          <p:nvPr/>
        </p:nvSpPr>
        <p:spPr>
          <a:xfrm>
            <a:off x="1290917" y="3330386"/>
            <a:ext cx="3603811" cy="4123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Gemini AI Agent</a:t>
            </a:r>
            <a:endParaRPr lang="en-IN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42931FD-E610-CDDA-9088-C9E2C714E20D}"/>
              </a:ext>
            </a:extLst>
          </p:cNvPr>
          <p:cNvSpPr/>
          <p:nvPr/>
        </p:nvSpPr>
        <p:spPr>
          <a:xfrm>
            <a:off x="1290917" y="4388222"/>
            <a:ext cx="3603811" cy="4123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Groq</a:t>
            </a:r>
            <a:r>
              <a:rPr lang="en-US" dirty="0"/>
              <a:t> AI Agent</a:t>
            </a:r>
            <a:endParaRPr lang="en-IN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2FD7B08-1500-0017-4362-504B33D90D4F}"/>
              </a:ext>
            </a:extLst>
          </p:cNvPr>
          <p:cNvSpPr/>
          <p:nvPr/>
        </p:nvSpPr>
        <p:spPr>
          <a:xfrm>
            <a:off x="1290917" y="5979459"/>
            <a:ext cx="3603811" cy="488575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Back to Home</a:t>
            </a:r>
            <a:endParaRPr lang="en-IN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A87CEFB5-14AE-5F31-2EFD-DF9A8E850CA3}"/>
              </a:ext>
            </a:extLst>
          </p:cNvPr>
          <p:cNvGrpSpPr/>
          <p:nvPr/>
        </p:nvGrpSpPr>
        <p:grpSpPr>
          <a:xfrm>
            <a:off x="6338048" y="398924"/>
            <a:ext cx="3603812" cy="6078070"/>
            <a:chOff x="6096000" y="493059"/>
            <a:chExt cx="3603812" cy="6078070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9975BF49-C9D3-734D-D0E0-24504721B540}"/>
                </a:ext>
              </a:extLst>
            </p:cNvPr>
            <p:cNvSpPr/>
            <p:nvPr/>
          </p:nvSpPr>
          <p:spPr>
            <a:xfrm>
              <a:off x="6096000" y="493059"/>
              <a:ext cx="3603812" cy="607807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382DD686-9BBE-D9BE-3E7D-CF6EB94AB1BA}"/>
                </a:ext>
              </a:extLst>
            </p:cNvPr>
            <p:cNvSpPr/>
            <p:nvPr/>
          </p:nvSpPr>
          <p:spPr>
            <a:xfrm>
              <a:off x="6096000" y="493060"/>
              <a:ext cx="3603812" cy="564776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SM Assistant</a:t>
              </a:r>
              <a:endParaRPr lang="en-IN" dirty="0"/>
            </a:p>
          </p:txBody>
        </p:sp>
      </p:grpSp>
      <p:sp>
        <p:nvSpPr>
          <p:cNvPr id="17" name="Rectangle 16">
            <a:extLst>
              <a:ext uri="{FF2B5EF4-FFF2-40B4-BE49-F238E27FC236}">
                <a16:creationId xmlns:a16="http://schemas.microsoft.com/office/drawing/2014/main" id="{0C7E9599-D83E-114D-FE3F-EF5B57EC87A1}"/>
              </a:ext>
            </a:extLst>
          </p:cNvPr>
          <p:cNvSpPr/>
          <p:nvPr/>
        </p:nvSpPr>
        <p:spPr>
          <a:xfrm>
            <a:off x="6338048" y="1165405"/>
            <a:ext cx="2528046" cy="412377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Claude AI Agent</a:t>
            </a:r>
            <a:endParaRPr lang="en-IN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95C01D9-0B65-BEC0-ECC8-C81EFD6B5DD3}"/>
              </a:ext>
            </a:extLst>
          </p:cNvPr>
          <p:cNvSpPr/>
          <p:nvPr/>
        </p:nvSpPr>
        <p:spPr>
          <a:xfrm>
            <a:off x="6338047" y="5988418"/>
            <a:ext cx="3603811" cy="488575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Back to Home</a:t>
            </a:r>
            <a:endParaRPr lang="en-IN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C639FDF-4077-1280-97B9-66CF3D28FB88}"/>
              </a:ext>
            </a:extLst>
          </p:cNvPr>
          <p:cNvSpPr txBox="1"/>
          <p:nvPr/>
        </p:nvSpPr>
        <p:spPr>
          <a:xfrm>
            <a:off x="6355975" y="1658467"/>
            <a:ext cx="16943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Claude APIs</a:t>
            </a:r>
            <a:endParaRPr lang="en-IN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918E74A-AB65-9CCE-5883-AC131C87E84F}"/>
              </a:ext>
            </a:extLst>
          </p:cNvPr>
          <p:cNvSpPr/>
          <p:nvPr/>
        </p:nvSpPr>
        <p:spPr>
          <a:xfrm>
            <a:off x="6517340" y="2070844"/>
            <a:ext cx="3003176" cy="3693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TEXT BOX</a:t>
            </a:r>
            <a:endParaRPr lang="en-IN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105F5F3-DD37-9265-4FAD-9CAC32A5F1A6}"/>
              </a:ext>
            </a:extLst>
          </p:cNvPr>
          <p:cNvSpPr txBox="1"/>
          <p:nvPr/>
        </p:nvSpPr>
        <p:spPr>
          <a:xfrm>
            <a:off x="6347010" y="2642804"/>
            <a:ext cx="16943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Claude API Key</a:t>
            </a:r>
            <a:endParaRPr lang="en-IN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E782C9B-013E-8B08-EEE8-A135B5DAEA5C}"/>
              </a:ext>
            </a:extLst>
          </p:cNvPr>
          <p:cNvSpPr/>
          <p:nvPr/>
        </p:nvSpPr>
        <p:spPr>
          <a:xfrm>
            <a:off x="6508375" y="3055181"/>
            <a:ext cx="3003176" cy="3693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TEXT BOX</a:t>
            </a:r>
            <a:endParaRPr lang="en-IN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86095D3B-A695-347D-29DB-48E5088BB5F8}"/>
              </a:ext>
            </a:extLst>
          </p:cNvPr>
          <p:cNvSpPr/>
          <p:nvPr/>
        </p:nvSpPr>
        <p:spPr>
          <a:xfrm>
            <a:off x="6347010" y="5450539"/>
            <a:ext cx="3612776" cy="518169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SAVE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205887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167DBF-A0D2-24EF-0221-A29ABB3F70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9DFC928C-879D-3043-52F3-EEAAE9A8A8E3}"/>
              </a:ext>
            </a:extLst>
          </p:cNvPr>
          <p:cNvGrpSpPr/>
          <p:nvPr/>
        </p:nvGrpSpPr>
        <p:grpSpPr>
          <a:xfrm>
            <a:off x="6338048" y="398924"/>
            <a:ext cx="3603812" cy="6078070"/>
            <a:chOff x="6096000" y="493059"/>
            <a:chExt cx="3603812" cy="6078070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75DE2DDF-BEC9-D085-0F82-F6E08081A232}"/>
                </a:ext>
              </a:extLst>
            </p:cNvPr>
            <p:cNvSpPr/>
            <p:nvPr/>
          </p:nvSpPr>
          <p:spPr>
            <a:xfrm>
              <a:off x="6096000" y="493059"/>
              <a:ext cx="3603812" cy="607807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A607046E-51FD-715C-97A4-9ECB7C98E356}"/>
                </a:ext>
              </a:extLst>
            </p:cNvPr>
            <p:cNvSpPr/>
            <p:nvPr/>
          </p:nvSpPr>
          <p:spPr>
            <a:xfrm>
              <a:off x="6096000" y="493060"/>
              <a:ext cx="3603812" cy="564776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SM Assistant</a:t>
              </a:r>
              <a:endParaRPr lang="en-IN" dirty="0"/>
            </a:p>
          </p:txBody>
        </p:sp>
      </p:grpSp>
      <p:sp>
        <p:nvSpPr>
          <p:cNvPr id="17" name="Rectangle 16">
            <a:extLst>
              <a:ext uri="{FF2B5EF4-FFF2-40B4-BE49-F238E27FC236}">
                <a16:creationId xmlns:a16="http://schemas.microsoft.com/office/drawing/2014/main" id="{9406DA7A-165C-20B8-E26F-8DC8B7E802D8}"/>
              </a:ext>
            </a:extLst>
          </p:cNvPr>
          <p:cNvSpPr/>
          <p:nvPr/>
        </p:nvSpPr>
        <p:spPr>
          <a:xfrm>
            <a:off x="6338048" y="1165405"/>
            <a:ext cx="2528046" cy="412377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Groq</a:t>
            </a:r>
            <a:r>
              <a:rPr lang="en-US" dirty="0"/>
              <a:t> AI Agent</a:t>
            </a:r>
            <a:endParaRPr lang="en-IN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6DA4E4C-0260-06BE-1D3F-11A15B6F4655}"/>
              </a:ext>
            </a:extLst>
          </p:cNvPr>
          <p:cNvSpPr/>
          <p:nvPr/>
        </p:nvSpPr>
        <p:spPr>
          <a:xfrm>
            <a:off x="6338047" y="5988418"/>
            <a:ext cx="3603811" cy="488575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Back to Home</a:t>
            </a:r>
            <a:endParaRPr lang="en-IN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EBEC7C2-78AA-CC7D-A288-47EB1A443B66}"/>
              </a:ext>
            </a:extLst>
          </p:cNvPr>
          <p:cNvSpPr txBox="1"/>
          <p:nvPr/>
        </p:nvSpPr>
        <p:spPr>
          <a:xfrm>
            <a:off x="6355975" y="1658467"/>
            <a:ext cx="16943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Groq</a:t>
            </a:r>
            <a:r>
              <a:rPr lang="en-US" dirty="0"/>
              <a:t> APIs</a:t>
            </a:r>
            <a:endParaRPr lang="en-IN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7830FA9-072A-BC66-E39A-B5C463D057FF}"/>
              </a:ext>
            </a:extLst>
          </p:cNvPr>
          <p:cNvSpPr/>
          <p:nvPr/>
        </p:nvSpPr>
        <p:spPr>
          <a:xfrm>
            <a:off x="6517340" y="2070844"/>
            <a:ext cx="3003176" cy="3693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TEXT BOX</a:t>
            </a:r>
            <a:endParaRPr lang="en-IN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23B8A65-2314-F45C-558B-1824829E5CD8}"/>
              </a:ext>
            </a:extLst>
          </p:cNvPr>
          <p:cNvSpPr txBox="1"/>
          <p:nvPr/>
        </p:nvSpPr>
        <p:spPr>
          <a:xfrm>
            <a:off x="6347010" y="2642804"/>
            <a:ext cx="16943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Groq</a:t>
            </a:r>
            <a:r>
              <a:rPr lang="en-US" dirty="0"/>
              <a:t> API Key</a:t>
            </a:r>
            <a:endParaRPr lang="en-IN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7587D46-923D-62E9-CF07-79083AA957AF}"/>
              </a:ext>
            </a:extLst>
          </p:cNvPr>
          <p:cNvSpPr/>
          <p:nvPr/>
        </p:nvSpPr>
        <p:spPr>
          <a:xfrm>
            <a:off x="6508375" y="3055181"/>
            <a:ext cx="3003176" cy="3693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TEXT BOX</a:t>
            </a:r>
            <a:endParaRPr lang="en-IN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682DDFD3-6252-26A9-93F1-DE67ED7B64D2}"/>
              </a:ext>
            </a:extLst>
          </p:cNvPr>
          <p:cNvSpPr/>
          <p:nvPr/>
        </p:nvSpPr>
        <p:spPr>
          <a:xfrm>
            <a:off x="6347010" y="5450539"/>
            <a:ext cx="3612776" cy="518169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SAVE</a:t>
            </a:r>
            <a:endParaRPr lang="en-IN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F62D68D5-549E-D331-24AD-1B89F92D6C78}"/>
              </a:ext>
            </a:extLst>
          </p:cNvPr>
          <p:cNvGrpSpPr/>
          <p:nvPr/>
        </p:nvGrpSpPr>
        <p:grpSpPr>
          <a:xfrm>
            <a:off x="1416424" y="385478"/>
            <a:ext cx="3603812" cy="6078070"/>
            <a:chOff x="6096000" y="493059"/>
            <a:chExt cx="3603812" cy="6078070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34E012FD-2F19-3D50-7A68-2DE19B5E2A7C}"/>
                </a:ext>
              </a:extLst>
            </p:cNvPr>
            <p:cNvSpPr/>
            <p:nvPr/>
          </p:nvSpPr>
          <p:spPr>
            <a:xfrm>
              <a:off x="6096000" y="493059"/>
              <a:ext cx="3603812" cy="607807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C6CE82CE-B525-1E05-D605-712FD00B1F48}"/>
                </a:ext>
              </a:extLst>
            </p:cNvPr>
            <p:cNvSpPr/>
            <p:nvPr/>
          </p:nvSpPr>
          <p:spPr>
            <a:xfrm>
              <a:off x="6096000" y="493060"/>
              <a:ext cx="3603812" cy="564776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SM Assistant</a:t>
              </a:r>
              <a:endParaRPr lang="en-IN" dirty="0"/>
            </a:p>
          </p:txBody>
        </p:sp>
      </p:grpSp>
      <p:sp>
        <p:nvSpPr>
          <p:cNvPr id="11" name="Rectangle 10">
            <a:extLst>
              <a:ext uri="{FF2B5EF4-FFF2-40B4-BE49-F238E27FC236}">
                <a16:creationId xmlns:a16="http://schemas.microsoft.com/office/drawing/2014/main" id="{36E581BC-1870-DF0B-65B9-16F3A6D0E085}"/>
              </a:ext>
            </a:extLst>
          </p:cNvPr>
          <p:cNvSpPr/>
          <p:nvPr/>
        </p:nvSpPr>
        <p:spPr>
          <a:xfrm>
            <a:off x="1416424" y="1151959"/>
            <a:ext cx="2528046" cy="412377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Gemini AI Agent</a:t>
            </a:r>
            <a:endParaRPr lang="en-IN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9B43748-7293-D131-85CD-155363206407}"/>
              </a:ext>
            </a:extLst>
          </p:cNvPr>
          <p:cNvSpPr/>
          <p:nvPr/>
        </p:nvSpPr>
        <p:spPr>
          <a:xfrm>
            <a:off x="1416423" y="5974972"/>
            <a:ext cx="3603811" cy="488575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Back to Home</a:t>
            </a:r>
            <a:endParaRPr lang="en-IN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207317A-049C-5E43-1D5B-151D94E05C24}"/>
              </a:ext>
            </a:extLst>
          </p:cNvPr>
          <p:cNvSpPr txBox="1"/>
          <p:nvPr/>
        </p:nvSpPr>
        <p:spPr>
          <a:xfrm>
            <a:off x="1434351" y="1645021"/>
            <a:ext cx="16943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Gemini APIs</a:t>
            </a:r>
            <a:endParaRPr lang="en-IN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DCA96BD-1916-7432-4953-EF5F2F256694}"/>
              </a:ext>
            </a:extLst>
          </p:cNvPr>
          <p:cNvSpPr/>
          <p:nvPr/>
        </p:nvSpPr>
        <p:spPr>
          <a:xfrm>
            <a:off x="1595716" y="2057398"/>
            <a:ext cx="3003176" cy="3693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TEXT BOX</a:t>
            </a:r>
            <a:endParaRPr lang="en-IN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FEBC31E-2AC7-6156-2B8B-DA12C4FEBE55}"/>
              </a:ext>
            </a:extLst>
          </p:cNvPr>
          <p:cNvSpPr txBox="1"/>
          <p:nvPr/>
        </p:nvSpPr>
        <p:spPr>
          <a:xfrm>
            <a:off x="1425386" y="2629358"/>
            <a:ext cx="16943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Gemini API Key</a:t>
            </a:r>
            <a:endParaRPr lang="en-IN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22D82EF-30FF-7312-9FEF-9B873E777158}"/>
              </a:ext>
            </a:extLst>
          </p:cNvPr>
          <p:cNvSpPr/>
          <p:nvPr/>
        </p:nvSpPr>
        <p:spPr>
          <a:xfrm>
            <a:off x="1586751" y="3041735"/>
            <a:ext cx="3003176" cy="3693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TEXT BOX</a:t>
            </a:r>
            <a:endParaRPr lang="en-IN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12A20F7-86E3-C8FC-D08F-7E2F10772F15}"/>
              </a:ext>
            </a:extLst>
          </p:cNvPr>
          <p:cNvSpPr/>
          <p:nvPr/>
        </p:nvSpPr>
        <p:spPr>
          <a:xfrm>
            <a:off x="1425386" y="5437093"/>
            <a:ext cx="3612776" cy="518169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SAVE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133860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>
            <a:extLst>
              <a:ext uri="{FF2B5EF4-FFF2-40B4-BE49-F238E27FC236}">
                <a16:creationId xmlns:a16="http://schemas.microsoft.com/office/drawing/2014/main" id="{987B889D-344F-F671-2833-A591BE5DA8D3}"/>
              </a:ext>
            </a:extLst>
          </p:cNvPr>
          <p:cNvGrpSpPr/>
          <p:nvPr/>
        </p:nvGrpSpPr>
        <p:grpSpPr>
          <a:xfrm>
            <a:off x="161364" y="493059"/>
            <a:ext cx="3603812" cy="6078070"/>
            <a:chOff x="1649506" y="493059"/>
            <a:chExt cx="3603812" cy="6078070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297B3564-519F-3F6F-BE7D-7FA8A362D7A0}"/>
                </a:ext>
              </a:extLst>
            </p:cNvPr>
            <p:cNvSpPr/>
            <p:nvPr/>
          </p:nvSpPr>
          <p:spPr>
            <a:xfrm>
              <a:off x="1649506" y="493059"/>
              <a:ext cx="3603812" cy="607807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5717BA19-5323-B940-B666-555FA9FF5FC1}"/>
                </a:ext>
              </a:extLst>
            </p:cNvPr>
            <p:cNvSpPr/>
            <p:nvPr/>
          </p:nvSpPr>
          <p:spPr>
            <a:xfrm>
              <a:off x="1649506" y="493060"/>
              <a:ext cx="3603812" cy="564776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SM Assistant</a:t>
              </a:r>
              <a:endParaRPr lang="en-IN" dirty="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71780C04-A234-C122-A75F-9E124B9CEAF6}"/>
                </a:ext>
              </a:extLst>
            </p:cNvPr>
            <p:cNvSpPr/>
            <p:nvPr/>
          </p:nvSpPr>
          <p:spPr>
            <a:xfrm>
              <a:off x="1837765" y="1757082"/>
              <a:ext cx="3173506" cy="412377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Prepare LinkedIn Post Prompt</a:t>
              </a:r>
              <a:endParaRPr lang="en-IN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9E2B0C2B-E117-C5E0-DB91-C88A295BC3FC}"/>
                </a:ext>
              </a:extLst>
            </p:cNvPr>
            <p:cNvSpPr/>
            <p:nvPr/>
          </p:nvSpPr>
          <p:spPr>
            <a:xfrm>
              <a:off x="1837765" y="3177989"/>
              <a:ext cx="3173506" cy="412377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Generate Image</a:t>
              </a:r>
              <a:endParaRPr lang="en-IN" dirty="0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D9EC67C5-8BF3-148E-4D81-A553B6582B9B}"/>
                </a:ext>
              </a:extLst>
            </p:cNvPr>
            <p:cNvSpPr/>
            <p:nvPr/>
          </p:nvSpPr>
          <p:spPr>
            <a:xfrm>
              <a:off x="1837765" y="3913095"/>
              <a:ext cx="3173506" cy="412377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Generate Video</a:t>
              </a:r>
              <a:endParaRPr lang="en-IN" dirty="0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89AC95A5-C2EC-C28B-63DF-54657DBDF826}"/>
                </a:ext>
              </a:extLst>
            </p:cNvPr>
            <p:cNvSpPr txBox="1"/>
            <p:nvPr/>
          </p:nvSpPr>
          <p:spPr>
            <a:xfrm>
              <a:off x="1918447" y="1201271"/>
              <a:ext cx="272527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/>
                <a:t>Social Media Assistant</a:t>
              </a:r>
              <a:endParaRPr lang="en-IN" b="1" dirty="0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B329665F-F5B5-E634-6770-0A6A2A20A191}"/>
                </a:ext>
              </a:extLst>
            </p:cNvPr>
            <p:cNvSpPr/>
            <p:nvPr/>
          </p:nvSpPr>
          <p:spPr>
            <a:xfrm>
              <a:off x="1837765" y="2487705"/>
              <a:ext cx="3173506" cy="412377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Generate Technical Content</a:t>
              </a:r>
              <a:endParaRPr lang="en-IN" dirty="0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B13CE3EE-9158-B894-3541-69100E747826}"/>
                </a:ext>
              </a:extLst>
            </p:cNvPr>
            <p:cNvSpPr/>
            <p:nvPr/>
          </p:nvSpPr>
          <p:spPr>
            <a:xfrm>
              <a:off x="1837765" y="4688542"/>
              <a:ext cx="3173506" cy="412377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Generate Content &amp; Image</a:t>
              </a:r>
              <a:endParaRPr lang="en-IN" dirty="0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16DDCC11-5F53-A901-5DDD-7E540E6A9BE4}"/>
                </a:ext>
              </a:extLst>
            </p:cNvPr>
            <p:cNvSpPr/>
            <p:nvPr/>
          </p:nvSpPr>
          <p:spPr>
            <a:xfrm>
              <a:off x="1837765" y="5463989"/>
              <a:ext cx="3173506" cy="412377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Generate Content &amp; Video</a:t>
              </a:r>
              <a:endParaRPr lang="en-IN" dirty="0"/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B76F14C6-4913-EEFF-0852-6D91890D9BD6}"/>
              </a:ext>
            </a:extLst>
          </p:cNvPr>
          <p:cNvGrpSpPr/>
          <p:nvPr/>
        </p:nvGrpSpPr>
        <p:grpSpPr>
          <a:xfrm>
            <a:off x="4096869" y="493059"/>
            <a:ext cx="3603812" cy="6078070"/>
            <a:chOff x="6096000" y="493059"/>
            <a:chExt cx="3603812" cy="6078070"/>
          </a:xfrm>
        </p:grpSpPr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E64F5D46-709D-DF21-77FA-E4B2752CA251}"/>
                </a:ext>
              </a:extLst>
            </p:cNvPr>
            <p:cNvSpPr/>
            <p:nvPr/>
          </p:nvSpPr>
          <p:spPr>
            <a:xfrm>
              <a:off x="6096000" y="493059"/>
              <a:ext cx="3603812" cy="607807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50E55AA4-2FEA-DD54-5207-A58F03F0209C}"/>
                </a:ext>
              </a:extLst>
            </p:cNvPr>
            <p:cNvSpPr/>
            <p:nvPr/>
          </p:nvSpPr>
          <p:spPr>
            <a:xfrm>
              <a:off x="6096000" y="493060"/>
              <a:ext cx="3603812" cy="564776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SM Assistant</a:t>
              </a:r>
              <a:endParaRPr lang="en-IN" dirty="0"/>
            </a:p>
          </p:txBody>
        </p:sp>
      </p:grpSp>
      <p:sp>
        <p:nvSpPr>
          <p:cNvPr id="35" name="Rectangle 34">
            <a:extLst>
              <a:ext uri="{FF2B5EF4-FFF2-40B4-BE49-F238E27FC236}">
                <a16:creationId xmlns:a16="http://schemas.microsoft.com/office/drawing/2014/main" id="{E010B14B-1C1A-069F-1300-1F99BBA7C149}"/>
              </a:ext>
            </a:extLst>
          </p:cNvPr>
          <p:cNvSpPr/>
          <p:nvPr/>
        </p:nvSpPr>
        <p:spPr>
          <a:xfrm>
            <a:off x="4096869" y="1259540"/>
            <a:ext cx="3361764" cy="412377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Prepare LinkedIn Post Prompt</a:t>
            </a:r>
            <a:endParaRPr lang="en-IN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62D29625-5017-D7D2-0C75-A55A76EEF946}"/>
              </a:ext>
            </a:extLst>
          </p:cNvPr>
          <p:cNvSpPr/>
          <p:nvPr/>
        </p:nvSpPr>
        <p:spPr>
          <a:xfrm>
            <a:off x="4096868" y="6082553"/>
            <a:ext cx="3603811" cy="488575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Back to Home</a:t>
            </a:r>
            <a:endParaRPr lang="en-IN" dirty="0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5851AA22-E89A-78FD-A39B-3102B205CD8B}"/>
              </a:ext>
            </a:extLst>
          </p:cNvPr>
          <p:cNvSpPr/>
          <p:nvPr/>
        </p:nvSpPr>
        <p:spPr>
          <a:xfrm>
            <a:off x="7117973" y="5544674"/>
            <a:ext cx="600633" cy="518169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/>
              <a:t>Submit</a:t>
            </a:r>
            <a:endParaRPr lang="en-IN" sz="1050" dirty="0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7A8F4DDB-19B4-C4CC-9F7F-21F4D3A8FDC3}"/>
              </a:ext>
            </a:extLst>
          </p:cNvPr>
          <p:cNvSpPr/>
          <p:nvPr/>
        </p:nvSpPr>
        <p:spPr>
          <a:xfrm>
            <a:off x="4096868" y="5544674"/>
            <a:ext cx="3021105" cy="51816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200" dirty="0"/>
              <a:t>Design a system for Short URL</a:t>
            </a:r>
            <a:endParaRPr lang="en-IN" sz="1200" dirty="0"/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FB08FF66-AC56-00AC-CEA8-DF8D3A4E6448}"/>
              </a:ext>
            </a:extLst>
          </p:cNvPr>
          <p:cNvGrpSpPr/>
          <p:nvPr/>
        </p:nvGrpSpPr>
        <p:grpSpPr>
          <a:xfrm>
            <a:off x="7862045" y="493058"/>
            <a:ext cx="3603812" cy="6078070"/>
            <a:chOff x="6096000" y="493059"/>
            <a:chExt cx="3603812" cy="6078070"/>
          </a:xfrm>
        </p:grpSpPr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4F71FCBD-B0EC-80EC-3CBB-B30F395AFE6F}"/>
                </a:ext>
              </a:extLst>
            </p:cNvPr>
            <p:cNvSpPr/>
            <p:nvPr/>
          </p:nvSpPr>
          <p:spPr>
            <a:xfrm>
              <a:off x="6096000" y="493059"/>
              <a:ext cx="3603812" cy="607807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3F18D4CE-9C52-A501-3DA6-825C59D21AD3}"/>
                </a:ext>
              </a:extLst>
            </p:cNvPr>
            <p:cNvSpPr/>
            <p:nvPr/>
          </p:nvSpPr>
          <p:spPr>
            <a:xfrm>
              <a:off x="6096000" y="493060"/>
              <a:ext cx="3603812" cy="564776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SM Assistant</a:t>
              </a:r>
              <a:endParaRPr lang="en-IN" dirty="0"/>
            </a:p>
          </p:txBody>
        </p:sp>
      </p:grpSp>
      <p:sp>
        <p:nvSpPr>
          <p:cNvPr id="49" name="Rectangle 48">
            <a:extLst>
              <a:ext uri="{FF2B5EF4-FFF2-40B4-BE49-F238E27FC236}">
                <a16:creationId xmlns:a16="http://schemas.microsoft.com/office/drawing/2014/main" id="{CA347BD0-4D37-5080-D17D-C0AEE6C37D83}"/>
              </a:ext>
            </a:extLst>
          </p:cNvPr>
          <p:cNvSpPr/>
          <p:nvPr/>
        </p:nvSpPr>
        <p:spPr>
          <a:xfrm>
            <a:off x="7862045" y="1259539"/>
            <a:ext cx="3361764" cy="412377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Prepare LinkedIn Post Prompt</a:t>
            </a:r>
            <a:endParaRPr lang="en-IN" dirty="0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AD306C9E-428F-30BE-7C7D-62302A25FCE1}"/>
              </a:ext>
            </a:extLst>
          </p:cNvPr>
          <p:cNvSpPr/>
          <p:nvPr/>
        </p:nvSpPr>
        <p:spPr>
          <a:xfrm>
            <a:off x="7862044" y="6082552"/>
            <a:ext cx="3603811" cy="488575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Back to Home</a:t>
            </a:r>
            <a:endParaRPr lang="en-IN" dirty="0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7E069232-DEC4-2F31-0EF0-2F8DE6D5BDB7}"/>
              </a:ext>
            </a:extLst>
          </p:cNvPr>
          <p:cNvSpPr/>
          <p:nvPr/>
        </p:nvSpPr>
        <p:spPr>
          <a:xfrm>
            <a:off x="10883149" y="5544673"/>
            <a:ext cx="600633" cy="518169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/>
              <a:t>Submit</a:t>
            </a:r>
            <a:endParaRPr lang="en-IN" sz="1050" dirty="0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64FCF8CD-1549-031B-B3CA-DF61BAAADA49}"/>
              </a:ext>
            </a:extLst>
          </p:cNvPr>
          <p:cNvSpPr/>
          <p:nvPr/>
        </p:nvSpPr>
        <p:spPr>
          <a:xfrm>
            <a:off x="7862044" y="5544673"/>
            <a:ext cx="3021105" cy="51816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IN" sz="1200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E6593C4-49FD-D10C-86BB-D4526D1300CF}"/>
              </a:ext>
            </a:extLst>
          </p:cNvPr>
          <p:cNvSpPr txBox="1"/>
          <p:nvPr/>
        </p:nvSpPr>
        <p:spPr>
          <a:xfrm>
            <a:off x="7893418" y="1757082"/>
            <a:ext cx="3290047" cy="43088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100" dirty="0"/>
              <a:t>Design a system for Short URL</a:t>
            </a:r>
            <a:endParaRPr lang="en-IN" sz="1100" dirty="0"/>
          </a:p>
          <a:p>
            <a:endParaRPr lang="en-IN" sz="1100" dirty="0"/>
          </a:p>
        </p:txBody>
      </p:sp>
      <p:pic>
        <p:nvPicPr>
          <p:cNvPr id="57" name="Picture 56">
            <a:extLst>
              <a:ext uri="{FF2B5EF4-FFF2-40B4-BE49-F238E27FC236}">
                <a16:creationId xmlns:a16="http://schemas.microsoft.com/office/drawing/2014/main" id="{D120CD8A-C339-0B08-C230-6B6CBC0C9E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93418" y="2331404"/>
            <a:ext cx="3572437" cy="2505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83657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3902D7AC-79BE-4CF9-3769-0F5695F0E032}"/>
              </a:ext>
            </a:extLst>
          </p:cNvPr>
          <p:cNvGrpSpPr/>
          <p:nvPr/>
        </p:nvGrpSpPr>
        <p:grpSpPr>
          <a:xfrm>
            <a:off x="510982" y="493058"/>
            <a:ext cx="3603812" cy="6078070"/>
            <a:chOff x="6096000" y="493059"/>
            <a:chExt cx="3603812" cy="6078070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BB41B8B6-3FCB-11CC-B646-031AFEDB65D9}"/>
                </a:ext>
              </a:extLst>
            </p:cNvPr>
            <p:cNvSpPr/>
            <p:nvPr/>
          </p:nvSpPr>
          <p:spPr>
            <a:xfrm>
              <a:off x="6096000" y="493059"/>
              <a:ext cx="3603812" cy="607807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1FE5C722-4B8A-424C-A81A-7007B709DC9E}"/>
                </a:ext>
              </a:extLst>
            </p:cNvPr>
            <p:cNvSpPr/>
            <p:nvPr/>
          </p:nvSpPr>
          <p:spPr>
            <a:xfrm>
              <a:off x="6096000" y="493060"/>
              <a:ext cx="3603812" cy="564776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SM Assistant</a:t>
              </a:r>
              <a:endParaRPr lang="en-IN" dirty="0"/>
            </a:p>
          </p:txBody>
        </p:sp>
      </p:grpSp>
      <p:sp>
        <p:nvSpPr>
          <p:cNvPr id="5" name="Rectangle 4">
            <a:extLst>
              <a:ext uri="{FF2B5EF4-FFF2-40B4-BE49-F238E27FC236}">
                <a16:creationId xmlns:a16="http://schemas.microsoft.com/office/drawing/2014/main" id="{5028780A-F572-1717-5AAB-FB890FDCB797}"/>
              </a:ext>
            </a:extLst>
          </p:cNvPr>
          <p:cNvSpPr/>
          <p:nvPr/>
        </p:nvSpPr>
        <p:spPr>
          <a:xfrm>
            <a:off x="510982" y="1259539"/>
            <a:ext cx="3361764" cy="412377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Generate Technical Content</a:t>
            </a:r>
            <a:endParaRPr lang="en-IN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7E602AA-7C38-6D6C-E2B8-FC569E3A5C67}"/>
              </a:ext>
            </a:extLst>
          </p:cNvPr>
          <p:cNvSpPr/>
          <p:nvPr/>
        </p:nvSpPr>
        <p:spPr>
          <a:xfrm>
            <a:off x="510981" y="6082552"/>
            <a:ext cx="3603811" cy="488575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Back to Home</a:t>
            </a:r>
            <a:endParaRPr lang="en-IN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6EF7BED-8EF3-9B99-27EB-C6892E802C82}"/>
              </a:ext>
            </a:extLst>
          </p:cNvPr>
          <p:cNvSpPr/>
          <p:nvPr/>
        </p:nvSpPr>
        <p:spPr>
          <a:xfrm>
            <a:off x="3532086" y="5544673"/>
            <a:ext cx="600633" cy="518169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/>
              <a:t>Submit</a:t>
            </a:r>
            <a:endParaRPr lang="en-IN" sz="1050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0902036C-7715-D8EB-6122-199C12BBC11A}"/>
              </a:ext>
            </a:extLst>
          </p:cNvPr>
          <p:cNvGrpSpPr/>
          <p:nvPr/>
        </p:nvGrpSpPr>
        <p:grpSpPr>
          <a:xfrm>
            <a:off x="4347880" y="473348"/>
            <a:ext cx="3603812" cy="6078070"/>
            <a:chOff x="6096000" y="493059"/>
            <a:chExt cx="3603812" cy="607807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DA5CAA3E-8618-1EA3-77FF-C7BFE19E7F82}"/>
                </a:ext>
              </a:extLst>
            </p:cNvPr>
            <p:cNvSpPr/>
            <p:nvPr/>
          </p:nvSpPr>
          <p:spPr>
            <a:xfrm>
              <a:off x="6096000" y="493059"/>
              <a:ext cx="3603812" cy="607807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5C8C8EF-56A9-97FA-3016-5AA1EF7FE5B9}"/>
                </a:ext>
              </a:extLst>
            </p:cNvPr>
            <p:cNvSpPr/>
            <p:nvPr/>
          </p:nvSpPr>
          <p:spPr>
            <a:xfrm>
              <a:off x="6096000" y="493060"/>
              <a:ext cx="3603812" cy="564776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SM Assistant</a:t>
              </a:r>
              <a:endParaRPr lang="en-IN" dirty="0"/>
            </a:p>
          </p:txBody>
        </p:sp>
      </p:grpSp>
      <p:sp>
        <p:nvSpPr>
          <p:cNvPr id="12" name="Rectangle 11">
            <a:extLst>
              <a:ext uri="{FF2B5EF4-FFF2-40B4-BE49-F238E27FC236}">
                <a16:creationId xmlns:a16="http://schemas.microsoft.com/office/drawing/2014/main" id="{ED5EE356-AF14-A9AB-D68D-EBA9593E9619}"/>
              </a:ext>
            </a:extLst>
          </p:cNvPr>
          <p:cNvSpPr/>
          <p:nvPr/>
        </p:nvSpPr>
        <p:spPr>
          <a:xfrm>
            <a:off x="4347880" y="1239829"/>
            <a:ext cx="3361764" cy="412377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Generate Technical Content</a:t>
            </a:r>
            <a:endParaRPr lang="en-IN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4E295B9-2A4F-A436-7407-7305D37A892F}"/>
              </a:ext>
            </a:extLst>
          </p:cNvPr>
          <p:cNvSpPr/>
          <p:nvPr/>
        </p:nvSpPr>
        <p:spPr>
          <a:xfrm>
            <a:off x="4347879" y="6062842"/>
            <a:ext cx="3603811" cy="488575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Back to Home</a:t>
            </a:r>
            <a:endParaRPr lang="en-IN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BC36C18-00A6-CF88-9301-9BCDE18C7A41}"/>
              </a:ext>
            </a:extLst>
          </p:cNvPr>
          <p:cNvSpPr/>
          <p:nvPr/>
        </p:nvSpPr>
        <p:spPr>
          <a:xfrm>
            <a:off x="7368984" y="5524963"/>
            <a:ext cx="600633" cy="518169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/>
              <a:t>Submit</a:t>
            </a:r>
            <a:endParaRPr lang="en-IN" sz="105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7FFE296-53EF-847B-B769-0D8153E04F67}"/>
              </a:ext>
            </a:extLst>
          </p:cNvPr>
          <p:cNvSpPr/>
          <p:nvPr/>
        </p:nvSpPr>
        <p:spPr>
          <a:xfrm>
            <a:off x="4347879" y="5524963"/>
            <a:ext cx="3021105" cy="51816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IN" sz="120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2B963F8B-2A70-D0DF-B33D-234A27D870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8217" y="1671916"/>
            <a:ext cx="3572437" cy="2505425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BDC6A122-8B78-7997-4CFE-5774396C13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6667" y="3584115"/>
            <a:ext cx="3005417" cy="2505425"/>
          </a:xfrm>
          <a:prstGeom prst="rect">
            <a:avLst/>
          </a:prstGeom>
        </p:spPr>
      </p:pic>
      <p:grpSp>
        <p:nvGrpSpPr>
          <p:cNvPr id="22" name="Group 21">
            <a:extLst>
              <a:ext uri="{FF2B5EF4-FFF2-40B4-BE49-F238E27FC236}">
                <a16:creationId xmlns:a16="http://schemas.microsoft.com/office/drawing/2014/main" id="{DA0A53A8-78B0-6262-FF2D-4D32F18F34BE}"/>
              </a:ext>
            </a:extLst>
          </p:cNvPr>
          <p:cNvGrpSpPr/>
          <p:nvPr/>
        </p:nvGrpSpPr>
        <p:grpSpPr>
          <a:xfrm>
            <a:off x="8126514" y="441971"/>
            <a:ext cx="3603812" cy="6078070"/>
            <a:chOff x="6096000" y="493059"/>
            <a:chExt cx="3603812" cy="6078070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95358508-1701-5578-2AE7-ADE1E276927B}"/>
                </a:ext>
              </a:extLst>
            </p:cNvPr>
            <p:cNvSpPr/>
            <p:nvPr/>
          </p:nvSpPr>
          <p:spPr>
            <a:xfrm>
              <a:off x="6096000" y="493059"/>
              <a:ext cx="3603812" cy="607807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96CD1DAF-5C9F-0B4D-AFFD-753348B426A5}"/>
                </a:ext>
              </a:extLst>
            </p:cNvPr>
            <p:cNvSpPr/>
            <p:nvPr/>
          </p:nvSpPr>
          <p:spPr>
            <a:xfrm>
              <a:off x="6096000" y="493060"/>
              <a:ext cx="3603812" cy="564776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SM Assistant</a:t>
              </a:r>
              <a:endParaRPr lang="en-IN" dirty="0"/>
            </a:p>
          </p:txBody>
        </p:sp>
      </p:grpSp>
      <p:sp>
        <p:nvSpPr>
          <p:cNvPr id="25" name="Rectangle 24">
            <a:extLst>
              <a:ext uri="{FF2B5EF4-FFF2-40B4-BE49-F238E27FC236}">
                <a16:creationId xmlns:a16="http://schemas.microsoft.com/office/drawing/2014/main" id="{941F0107-0FC5-B05F-FAF3-FA2FE2BB14B6}"/>
              </a:ext>
            </a:extLst>
          </p:cNvPr>
          <p:cNvSpPr/>
          <p:nvPr/>
        </p:nvSpPr>
        <p:spPr>
          <a:xfrm>
            <a:off x="8126514" y="1208452"/>
            <a:ext cx="3361764" cy="412377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Generate Technical Content</a:t>
            </a:r>
            <a:endParaRPr lang="en-IN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87363FF-D7F0-481F-C598-7B8596010571}"/>
              </a:ext>
            </a:extLst>
          </p:cNvPr>
          <p:cNvSpPr/>
          <p:nvPr/>
        </p:nvSpPr>
        <p:spPr>
          <a:xfrm>
            <a:off x="8126513" y="6031465"/>
            <a:ext cx="3603811" cy="488575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Back to Home</a:t>
            </a:r>
            <a:endParaRPr lang="en-IN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D2F0E99-328E-DCA7-7639-F2E485E6801D}"/>
              </a:ext>
            </a:extLst>
          </p:cNvPr>
          <p:cNvSpPr/>
          <p:nvPr/>
        </p:nvSpPr>
        <p:spPr>
          <a:xfrm>
            <a:off x="11147618" y="5773271"/>
            <a:ext cx="600633" cy="238484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/>
              <a:t>Submit</a:t>
            </a:r>
            <a:endParaRPr lang="en-IN" sz="1050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1E6FFE9-A71B-5E51-EB62-03EE48B16D3E}"/>
              </a:ext>
            </a:extLst>
          </p:cNvPr>
          <p:cNvSpPr/>
          <p:nvPr/>
        </p:nvSpPr>
        <p:spPr>
          <a:xfrm>
            <a:off x="8126513" y="5773271"/>
            <a:ext cx="3021105" cy="238484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IN" sz="120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45064C84-EB66-6561-B451-4153512465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66852" y="1671916"/>
            <a:ext cx="3498481" cy="3801960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2F8C35D6-E6A6-FF06-CC58-2E623FE8AFF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0173" r="20674"/>
          <a:stretch>
            <a:fillRect/>
          </a:stretch>
        </p:blipFill>
        <p:spPr>
          <a:xfrm>
            <a:off x="11488278" y="1640540"/>
            <a:ext cx="217394" cy="3853046"/>
          </a:xfrm>
          <a:prstGeom prst="rect">
            <a:avLst/>
          </a:prstGeom>
        </p:spPr>
      </p:pic>
      <p:sp>
        <p:nvSpPr>
          <p:cNvPr id="33" name="Rectangle 32">
            <a:extLst>
              <a:ext uri="{FF2B5EF4-FFF2-40B4-BE49-F238E27FC236}">
                <a16:creationId xmlns:a16="http://schemas.microsoft.com/office/drawing/2014/main" id="{64477250-CCAC-3EF0-518E-0FACFFE2FCBD}"/>
              </a:ext>
            </a:extLst>
          </p:cNvPr>
          <p:cNvSpPr/>
          <p:nvPr/>
        </p:nvSpPr>
        <p:spPr>
          <a:xfrm>
            <a:off x="8838532" y="5468049"/>
            <a:ext cx="2891792" cy="25996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Post in LinkedIn</a:t>
            </a:r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36468496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133884-4789-F234-6D0B-DFFBD709E7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A673CDBB-E28A-8945-52CF-C624318560CB}"/>
              </a:ext>
            </a:extLst>
          </p:cNvPr>
          <p:cNvGrpSpPr/>
          <p:nvPr/>
        </p:nvGrpSpPr>
        <p:grpSpPr>
          <a:xfrm>
            <a:off x="510982" y="493058"/>
            <a:ext cx="3603812" cy="6078070"/>
            <a:chOff x="6096000" y="493059"/>
            <a:chExt cx="3603812" cy="6078070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79C1224A-9964-9C77-8FCC-979002D56CB8}"/>
                </a:ext>
              </a:extLst>
            </p:cNvPr>
            <p:cNvSpPr/>
            <p:nvPr/>
          </p:nvSpPr>
          <p:spPr>
            <a:xfrm>
              <a:off x="6096000" y="493059"/>
              <a:ext cx="3603812" cy="607807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0C75B08E-F13D-3E35-CCE2-E8C99BAD2E7E}"/>
                </a:ext>
              </a:extLst>
            </p:cNvPr>
            <p:cNvSpPr/>
            <p:nvPr/>
          </p:nvSpPr>
          <p:spPr>
            <a:xfrm>
              <a:off x="6096000" y="493060"/>
              <a:ext cx="3603812" cy="564776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SM Assistant</a:t>
              </a:r>
              <a:endParaRPr lang="en-IN" dirty="0"/>
            </a:p>
          </p:txBody>
        </p:sp>
      </p:grpSp>
      <p:sp>
        <p:nvSpPr>
          <p:cNvPr id="5" name="Rectangle 4">
            <a:extLst>
              <a:ext uri="{FF2B5EF4-FFF2-40B4-BE49-F238E27FC236}">
                <a16:creationId xmlns:a16="http://schemas.microsoft.com/office/drawing/2014/main" id="{6C569CA6-E73E-26EA-990F-51D6517688DD}"/>
              </a:ext>
            </a:extLst>
          </p:cNvPr>
          <p:cNvSpPr/>
          <p:nvPr/>
        </p:nvSpPr>
        <p:spPr>
          <a:xfrm>
            <a:off x="510982" y="1259539"/>
            <a:ext cx="3361764" cy="412377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Generate Image</a:t>
            </a:r>
            <a:endParaRPr lang="en-IN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776449B-938C-2DCD-F5CA-EBFCBA9BBA95}"/>
              </a:ext>
            </a:extLst>
          </p:cNvPr>
          <p:cNvSpPr/>
          <p:nvPr/>
        </p:nvSpPr>
        <p:spPr>
          <a:xfrm>
            <a:off x="510981" y="6082552"/>
            <a:ext cx="3603811" cy="488575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Back to Home</a:t>
            </a:r>
            <a:endParaRPr lang="en-IN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6FEBF6D-0876-19D7-67B9-F0008F71C775}"/>
              </a:ext>
            </a:extLst>
          </p:cNvPr>
          <p:cNvSpPr/>
          <p:nvPr/>
        </p:nvSpPr>
        <p:spPr>
          <a:xfrm>
            <a:off x="3532086" y="5544673"/>
            <a:ext cx="600633" cy="518169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/>
              <a:t>Submit</a:t>
            </a:r>
            <a:endParaRPr lang="en-IN" sz="1050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93901EFC-7ED2-D486-8F36-33F9F1A15BFA}"/>
              </a:ext>
            </a:extLst>
          </p:cNvPr>
          <p:cNvGrpSpPr/>
          <p:nvPr/>
        </p:nvGrpSpPr>
        <p:grpSpPr>
          <a:xfrm>
            <a:off x="4347880" y="473348"/>
            <a:ext cx="3603812" cy="6078070"/>
            <a:chOff x="6096000" y="493059"/>
            <a:chExt cx="3603812" cy="607807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710DA322-E926-B32F-B080-DD2421A558AE}"/>
                </a:ext>
              </a:extLst>
            </p:cNvPr>
            <p:cNvSpPr/>
            <p:nvPr/>
          </p:nvSpPr>
          <p:spPr>
            <a:xfrm>
              <a:off x="6096000" y="493059"/>
              <a:ext cx="3603812" cy="607807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C50F0A88-E5ED-64DF-BAAC-07BAE2F82F7F}"/>
                </a:ext>
              </a:extLst>
            </p:cNvPr>
            <p:cNvSpPr/>
            <p:nvPr/>
          </p:nvSpPr>
          <p:spPr>
            <a:xfrm>
              <a:off x="6096000" y="493060"/>
              <a:ext cx="3603812" cy="564776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SM Assistant</a:t>
              </a:r>
              <a:endParaRPr lang="en-IN" dirty="0"/>
            </a:p>
          </p:txBody>
        </p:sp>
      </p:grpSp>
      <p:sp>
        <p:nvSpPr>
          <p:cNvPr id="12" name="Rectangle 11">
            <a:extLst>
              <a:ext uri="{FF2B5EF4-FFF2-40B4-BE49-F238E27FC236}">
                <a16:creationId xmlns:a16="http://schemas.microsoft.com/office/drawing/2014/main" id="{364AA21B-3F53-C0B0-CC8B-065258E30C57}"/>
              </a:ext>
            </a:extLst>
          </p:cNvPr>
          <p:cNvSpPr/>
          <p:nvPr/>
        </p:nvSpPr>
        <p:spPr>
          <a:xfrm>
            <a:off x="4347880" y="1239829"/>
            <a:ext cx="3361764" cy="412377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Generate Image</a:t>
            </a:r>
            <a:endParaRPr lang="en-IN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7681622-5EF3-071B-B61B-B0747CF68B9D}"/>
              </a:ext>
            </a:extLst>
          </p:cNvPr>
          <p:cNvSpPr/>
          <p:nvPr/>
        </p:nvSpPr>
        <p:spPr>
          <a:xfrm>
            <a:off x="4347879" y="6062842"/>
            <a:ext cx="3603811" cy="488575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Back to Home</a:t>
            </a:r>
            <a:endParaRPr lang="en-IN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5F5A0B3-9329-4326-5FC8-1B6EEC47B46C}"/>
              </a:ext>
            </a:extLst>
          </p:cNvPr>
          <p:cNvSpPr/>
          <p:nvPr/>
        </p:nvSpPr>
        <p:spPr>
          <a:xfrm>
            <a:off x="7368984" y="5524963"/>
            <a:ext cx="600633" cy="518169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/>
              <a:t>Submit</a:t>
            </a:r>
            <a:endParaRPr lang="en-IN" sz="105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43D79CA-35B0-1203-9788-4E32F74F649C}"/>
              </a:ext>
            </a:extLst>
          </p:cNvPr>
          <p:cNvSpPr/>
          <p:nvPr/>
        </p:nvSpPr>
        <p:spPr>
          <a:xfrm>
            <a:off x="4347879" y="5524963"/>
            <a:ext cx="3021105" cy="51816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IN" sz="120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111C4AC1-6141-F1B3-058D-CBCE7CF9C2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8217" y="1671916"/>
            <a:ext cx="3572437" cy="2505425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5970DECE-6BB9-491F-4A54-37D9359122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6667" y="3584115"/>
            <a:ext cx="3005417" cy="2505425"/>
          </a:xfrm>
          <a:prstGeom prst="rect">
            <a:avLst/>
          </a:prstGeom>
        </p:spPr>
      </p:pic>
      <p:grpSp>
        <p:nvGrpSpPr>
          <p:cNvPr id="22" name="Group 21">
            <a:extLst>
              <a:ext uri="{FF2B5EF4-FFF2-40B4-BE49-F238E27FC236}">
                <a16:creationId xmlns:a16="http://schemas.microsoft.com/office/drawing/2014/main" id="{44A09015-C794-AEF9-1C28-E27EBFB54CAC}"/>
              </a:ext>
            </a:extLst>
          </p:cNvPr>
          <p:cNvGrpSpPr/>
          <p:nvPr/>
        </p:nvGrpSpPr>
        <p:grpSpPr>
          <a:xfrm>
            <a:off x="8126514" y="441971"/>
            <a:ext cx="3603812" cy="6078070"/>
            <a:chOff x="6096000" y="493059"/>
            <a:chExt cx="3603812" cy="6078070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A79D7693-8401-252A-0AEF-93E87433EAEF}"/>
                </a:ext>
              </a:extLst>
            </p:cNvPr>
            <p:cNvSpPr/>
            <p:nvPr/>
          </p:nvSpPr>
          <p:spPr>
            <a:xfrm>
              <a:off x="6096000" y="493059"/>
              <a:ext cx="3603812" cy="607807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62A8C16E-9C0D-5C84-AADA-0F95C7B666C6}"/>
                </a:ext>
              </a:extLst>
            </p:cNvPr>
            <p:cNvSpPr/>
            <p:nvPr/>
          </p:nvSpPr>
          <p:spPr>
            <a:xfrm>
              <a:off x="6096000" y="493060"/>
              <a:ext cx="3603812" cy="564776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SM Assistant</a:t>
              </a:r>
              <a:endParaRPr lang="en-IN" dirty="0"/>
            </a:p>
          </p:txBody>
        </p:sp>
      </p:grpSp>
      <p:sp>
        <p:nvSpPr>
          <p:cNvPr id="25" name="Rectangle 24">
            <a:extLst>
              <a:ext uri="{FF2B5EF4-FFF2-40B4-BE49-F238E27FC236}">
                <a16:creationId xmlns:a16="http://schemas.microsoft.com/office/drawing/2014/main" id="{66FA92BA-8894-AF5E-DF7C-970AA033D87F}"/>
              </a:ext>
            </a:extLst>
          </p:cNvPr>
          <p:cNvSpPr/>
          <p:nvPr/>
        </p:nvSpPr>
        <p:spPr>
          <a:xfrm>
            <a:off x="8126514" y="1208452"/>
            <a:ext cx="3361764" cy="412377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Generate Image</a:t>
            </a:r>
            <a:endParaRPr lang="en-IN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E072B31-D4C8-7AB2-428D-44F5B91382D1}"/>
              </a:ext>
            </a:extLst>
          </p:cNvPr>
          <p:cNvSpPr/>
          <p:nvPr/>
        </p:nvSpPr>
        <p:spPr>
          <a:xfrm>
            <a:off x="8126513" y="6031465"/>
            <a:ext cx="3603811" cy="488575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Back to Home</a:t>
            </a:r>
            <a:endParaRPr lang="en-IN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A0692B3-DFBC-780F-F261-2B8771F7EAC4}"/>
              </a:ext>
            </a:extLst>
          </p:cNvPr>
          <p:cNvSpPr/>
          <p:nvPr/>
        </p:nvSpPr>
        <p:spPr>
          <a:xfrm>
            <a:off x="11147618" y="5493586"/>
            <a:ext cx="600633" cy="518169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/>
              <a:t>Submit</a:t>
            </a:r>
            <a:endParaRPr lang="en-IN" sz="1050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A6F39AB-BE53-5CF2-8EA9-2124B0E98AF0}"/>
              </a:ext>
            </a:extLst>
          </p:cNvPr>
          <p:cNvSpPr/>
          <p:nvPr/>
        </p:nvSpPr>
        <p:spPr>
          <a:xfrm>
            <a:off x="8126513" y="5493586"/>
            <a:ext cx="3021105" cy="51816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IN" sz="1200" dirty="0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D9A5DC8E-3BC3-397F-142C-91B1904A8CF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0173" r="20674"/>
          <a:stretch>
            <a:fillRect/>
          </a:stretch>
        </p:blipFill>
        <p:spPr>
          <a:xfrm>
            <a:off x="11488278" y="1640540"/>
            <a:ext cx="217394" cy="3853046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08C2288D-047E-B083-90F3-8E6A5CD4A2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58772" y="3803939"/>
            <a:ext cx="2835763" cy="1252155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B03E9589-FEA0-8236-B403-245859A6E9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4779" y="1620830"/>
            <a:ext cx="2955324" cy="2072630"/>
          </a:xfrm>
          <a:prstGeom prst="rect">
            <a:avLst/>
          </a:prstGeom>
        </p:spPr>
      </p:pic>
      <p:sp>
        <p:nvSpPr>
          <p:cNvPr id="30" name="Rectangle 29">
            <a:extLst>
              <a:ext uri="{FF2B5EF4-FFF2-40B4-BE49-F238E27FC236}">
                <a16:creationId xmlns:a16="http://schemas.microsoft.com/office/drawing/2014/main" id="{20A4FBE6-6A37-1858-B28A-1A0C5374C399}"/>
              </a:ext>
            </a:extLst>
          </p:cNvPr>
          <p:cNvSpPr/>
          <p:nvPr/>
        </p:nvSpPr>
        <p:spPr>
          <a:xfrm>
            <a:off x="8652515" y="5047137"/>
            <a:ext cx="2835763" cy="25996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Post in LinkedIn</a:t>
            </a:r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38376541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504CDB43-413D-7084-5B53-CBE9CEA55E70}"/>
              </a:ext>
            </a:extLst>
          </p:cNvPr>
          <p:cNvGrpSpPr/>
          <p:nvPr/>
        </p:nvGrpSpPr>
        <p:grpSpPr>
          <a:xfrm>
            <a:off x="757526" y="177511"/>
            <a:ext cx="3603812" cy="6078070"/>
            <a:chOff x="6096000" y="493059"/>
            <a:chExt cx="3603812" cy="6078070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38E481AE-0260-87FC-A927-C7ADD336962D}"/>
                </a:ext>
              </a:extLst>
            </p:cNvPr>
            <p:cNvSpPr/>
            <p:nvPr/>
          </p:nvSpPr>
          <p:spPr>
            <a:xfrm>
              <a:off x="6096000" y="493059"/>
              <a:ext cx="3603812" cy="607807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0BE11766-6262-FD4E-17F9-EE4FE97186C4}"/>
                </a:ext>
              </a:extLst>
            </p:cNvPr>
            <p:cNvSpPr/>
            <p:nvPr/>
          </p:nvSpPr>
          <p:spPr>
            <a:xfrm>
              <a:off x="6096000" y="493060"/>
              <a:ext cx="3603812" cy="564776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SM Assistant</a:t>
              </a:r>
              <a:endParaRPr lang="en-IN" dirty="0"/>
            </a:p>
          </p:txBody>
        </p:sp>
      </p:grpSp>
      <p:sp>
        <p:nvSpPr>
          <p:cNvPr id="5" name="Rectangle 4">
            <a:extLst>
              <a:ext uri="{FF2B5EF4-FFF2-40B4-BE49-F238E27FC236}">
                <a16:creationId xmlns:a16="http://schemas.microsoft.com/office/drawing/2014/main" id="{6F699869-15E8-CBD4-1EC5-0C4B2B7715F6}"/>
              </a:ext>
            </a:extLst>
          </p:cNvPr>
          <p:cNvSpPr/>
          <p:nvPr/>
        </p:nvSpPr>
        <p:spPr>
          <a:xfrm>
            <a:off x="757526" y="943992"/>
            <a:ext cx="3361764" cy="412377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Generate Image</a:t>
            </a:r>
            <a:endParaRPr lang="en-IN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E8EE129-0D03-52DB-2EB6-BA428EAFB363}"/>
              </a:ext>
            </a:extLst>
          </p:cNvPr>
          <p:cNvSpPr/>
          <p:nvPr/>
        </p:nvSpPr>
        <p:spPr>
          <a:xfrm>
            <a:off x="757525" y="5767005"/>
            <a:ext cx="3603811" cy="488575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Back to Home</a:t>
            </a:r>
            <a:endParaRPr lang="en-IN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8348290-1261-D138-F926-D268103EBD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525" y="1874828"/>
            <a:ext cx="3603811" cy="2987737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A8DC3F76-7F0A-3098-0632-4E459A52F3F6}"/>
              </a:ext>
            </a:extLst>
          </p:cNvPr>
          <p:cNvSpPr/>
          <p:nvPr/>
        </p:nvSpPr>
        <p:spPr>
          <a:xfrm>
            <a:off x="757525" y="5316071"/>
            <a:ext cx="3603811" cy="45093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Post in LinkedIn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710357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58FBDD9F-4B72-ABDA-6169-B60C599C2E23}"/>
              </a:ext>
            </a:extLst>
          </p:cNvPr>
          <p:cNvGrpSpPr/>
          <p:nvPr/>
        </p:nvGrpSpPr>
        <p:grpSpPr>
          <a:xfrm>
            <a:off x="510982" y="493058"/>
            <a:ext cx="3603812" cy="6078070"/>
            <a:chOff x="6096000" y="493059"/>
            <a:chExt cx="3603812" cy="6078070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1CE682D1-63F6-FEF4-B231-D8A3F09140D9}"/>
                </a:ext>
              </a:extLst>
            </p:cNvPr>
            <p:cNvSpPr/>
            <p:nvPr/>
          </p:nvSpPr>
          <p:spPr>
            <a:xfrm>
              <a:off x="6096000" y="493059"/>
              <a:ext cx="3603812" cy="607807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C3DB6FF1-DA30-A515-EDDF-E018165130A9}"/>
                </a:ext>
              </a:extLst>
            </p:cNvPr>
            <p:cNvSpPr/>
            <p:nvPr/>
          </p:nvSpPr>
          <p:spPr>
            <a:xfrm>
              <a:off x="6096000" y="493060"/>
              <a:ext cx="3603812" cy="564776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SM Assistant</a:t>
              </a:r>
              <a:endParaRPr lang="en-IN" dirty="0"/>
            </a:p>
          </p:txBody>
        </p:sp>
      </p:grpSp>
      <p:sp>
        <p:nvSpPr>
          <p:cNvPr id="5" name="Rectangle 4">
            <a:extLst>
              <a:ext uri="{FF2B5EF4-FFF2-40B4-BE49-F238E27FC236}">
                <a16:creationId xmlns:a16="http://schemas.microsoft.com/office/drawing/2014/main" id="{0FEDD033-0365-D217-88BD-F19531F1555E}"/>
              </a:ext>
            </a:extLst>
          </p:cNvPr>
          <p:cNvSpPr/>
          <p:nvPr/>
        </p:nvSpPr>
        <p:spPr>
          <a:xfrm>
            <a:off x="510982" y="1259539"/>
            <a:ext cx="3361764" cy="412377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Generate Video</a:t>
            </a:r>
            <a:endParaRPr lang="en-IN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CFCE4EF-2AE4-A241-9F2D-0A85B7EFF37C}"/>
              </a:ext>
            </a:extLst>
          </p:cNvPr>
          <p:cNvSpPr/>
          <p:nvPr/>
        </p:nvSpPr>
        <p:spPr>
          <a:xfrm>
            <a:off x="510981" y="6082552"/>
            <a:ext cx="3603811" cy="488575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Back to Home</a:t>
            </a:r>
            <a:endParaRPr lang="en-IN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31F174C-CD86-4391-9A02-F601B98749F1}"/>
              </a:ext>
            </a:extLst>
          </p:cNvPr>
          <p:cNvSpPr/>
          <p:nvPr/>
        </p:nvSpPr>
        <p:spPr>
          <a:xfrm>
            <a:off x="3532086" y="5544673"/>
            <a:ext cx="600633" cy="518169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/>
              <a:t>Submit</a:t>
            </a:r>
            <a:endParaRPr lang="en-IN" sz="1050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3CF693EC-79EE-4E44-799F-BD82DD3FD99E}"/>
              </a:ext>
            </a:extLst>
          </p:cNvPr>
          <p:cNvGrpSpPr/>
          <p:nvPr/>
        </p:nvGrpSpPr>
        <p:grpSpPr>
          <a:xfrm>
            <a:off x="4347880" y="473348"/>
            <a:ext cx="3603812" cy="6078070"/>
            <a:chOff x="6096000" y="493059"/>
            <a:chExt cx="3603812" cy="607807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0B44B420-F28A-5F56-375B-19E6352139D4}"/>
                </a:ext>
              </a:extLst>
            </p:cNvPr>
            <p:cNvSpPr/>
            <p:nvPr/>
          </p:nvSpPr>
          <p:spPr>
            <a:xfrm>
              <a:off x="6096000" y="493059"/>
              <a:ext cx="3603812" cy="607807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BF2B6302-ABEF-6108-F311-1F6B7F6B088F}"/>
                </a:ext>
              </a:extLst>
            </p:cNvPr>
            <p:cNvSpPr/>
            <p:nvPr/>
          </p:nvSpPr>
          <p:spPr>
            <a:xfrm>
              <a:off x="6096000" y="493060"/>
              <a:ext cx="3603812" cy="564776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SM Assistant</a:t>
              </a:r>
              <a:endParaRPr lang="en-IN" dirty="0"/>
            </a:p>
          </p:txBody>
        </p:sp>
      </p:grpSp>
      <p:sp>
        <p:nvSpPr>
          <p:cNvPr id="11" name="Rectangle 10">
            <a:extLst>
              <a:ext uri="{FF2B5EF4-FFF2-40B4-BE49-F238E27FC236}">
                <a16:creationId xmlns:a16="http://schemas.microsoft.com/office/drawing/2014/main" id="{FD4B192A-EEA0-4897-D850-875CB7512E0E}"/>
              </a:ext>
            </a:extLst>
          </p:cNvPr>
          <p:cNvSpPr/>
          <p:nvPr/>
        </p:nvSpPr>
        <p:spPr>
          <a:xfrm>
            <a:off x="4347880" y="1239829"/>
            <a:ext cx="3361764" cy="412377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Generate Video</a:t>
            </a:r>
            <a:endParaRPr lang="en-IN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9ACF8E8-00C8-9367-2411-168018A0ADAD}"/>
              </a:ext>
            </a:extLst>
          </p:cNvPr>
          <p:cNvSpPr/>
          <p:nvPr/>
        </p:nvSpPr>
        <p:spPr>
          <a:xfrm>
            <a:off x="4347879" y="6062842"/>
            <a:ext cx="3603811" cy="488575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Back to Home</a:t>
            </a:r>
            <a:endParaRPr lang="en-IN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32D8F0B-0291-FF1D-BE64-AE2CAB0B1A49}"/>
              </a:ext>
            </a:extLst>
          </p:cNvPr>
          <p:cNvSpPr/>
          <p:nvPr/>
        </p:nvSpPr>
        <p:spPr>
          <a:xfrm>
            <a:off x="7368984" y="5524963"/>
            <a:ext cx="600633" cy="518169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/>
              <a:t>Submit</a:t>
            </a:r>
            <a:endParaRPr lang="en-IN" sz="105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60CAA2D-6AEF-8AA2-95DC-3BEA35031BE8}"/>
              </a:ext>
            </a:extLst>
          </p:cNvPr>
          <p:cNvSpPr/>
          <p:nvPr/>
        </p:nvSpPr>
        <p:spPr>
          <a:xfrm>
            <a:off x="4347879" y="5524963"/>
            <a:ext cx="3021105" cy="51816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IN" sz="12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1171CD7F-CE48-6B26-E2C4-27E123866A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8217" y="1671916"/>
            <a:ext cx="3572437" cy="250542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A1F9F58D-1D38-8530-6108-C7D2AB1339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6667" y="3584115"/>
            <a:ext cx="3005417" cy="2505425"/>
          </a:xfrm>
          <a:prstGeom prst="rect">
            <a:avLst/>
          </a:prstGeom>
        </p:spPr>
      </p:pic>
      <p:grpSp>
        <p:nvGrpSpPr>
          <p:cNvPr id="17" name="Group 16">
            <a:extLst>
              <a:ext uri="{FF2B5EF4-FFF2-40B4-BE49-F238E27FC236}">
                <a16:creationId xmlns:a16="http://schemas.microsoft.com/office/drawing/2014/main" id="{D1243F36-10BD-B552-B0AF-2D43D3A63709}"/>
              </a:ext>
            </a:extLst>
          </p:cNvPr>
          <p:cNvGrpSpPr/>
          <p:nvPr/>
        </p:nvGrpSpPr>
        <p:grpSpPr>
          <a:xfrm>
            <a:off x="8126514" y="441971"/>
            <a:ext cx="3603812" cy="6078070"/>
            <a:chOff x="6096000" y="493059"/>
            <a:chExt cx="3603812" cy="6078070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08C29F7D-7ABD-A3BE-8202-EC1735513059}"/>
                </a:ext>
              </a:extLst>
            </p:cNvPr>
            <p:cNvSpPr/>
            <p:nvPr/>
          </p:nvSpPr>
          <p:spPr>
            <a:xfrm>
              <a:off x="6096000" y="493059"/>
              <a:ext cx="3603812" cy="607807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D29F3AE3-8CC4-AD6F-4C0C-76CEFBE32637}"/>
                </a:ext>
              </a:extLst>
            </p:cNvPr>
            <p:cNvSpPr/>
            <p:nvPr/>
          </p:nvSpPr>
          <p:spPr>
            <a:xfrm>
              <a:off x="6096000" y="493060"/>
              <a:ext cx="3603812" cy="564776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SM Assistant</a:t>
              </a:r>
              <a:endParaRPr lang="en-IN" dirty="0"/>
            </a:p>
          </p:txBody>
        </p:sp>
      </p:grpSp>
      <p:sp>
        <p:nvSpPr>
          <p:cNvPr id="20" name="Rectangle 19">
            <a:extLst>
              <a:ext uri="{FF2B5EF4-FFF2-40B4-BE49-F238E27FC236}">
                <a16:creationId xmlns:a16="http://schemas.microsoft.com/office/drawing/2014/main" id="{E63446A4-C53A-D946-F27C-3938EC3421E7}"/>
              </a:ext>
            </a:extLst>
          </p:cNvPr>
          <p:cNvSpPr/>
          <p:nvPr/>
        </p:nvSpPr>
        <p:spPr>
          <a:xfrm>
            <a:off x="8126514" y="1208452"/>
            <a:ext cx="3361764" cy="412377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Generate Video</a:t>
            </a:r>
            <a:endParaRPr lang="en-IN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7DC8FFD-7447-94FC-4922-E972335D0171}"/>
              </a:ext>
            </a:extLst>
          </p:cNvPr>
          <p:cNvSpPr/>
          <p:nvPr/>
        </p:nvSpPr>
        <p:spPr>
          <a:xfrm>
            <a:off x="8126513" y="6031465"/>
            <a:ext cx="3603811" cy="488575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Back to Home</a:t>
            </a:r>
            <a:endParaRPr lang="en-IN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94E8888-72FD-4445-538E-B2403272F20D}"/>
              </a:ext>
            </a:extLst>
          </p:cNvPr>
          <p:cNvSpPr/>
          <p:nvPr/>
        </p:nvSpPr>
        <p:spPr>
          <a:xfrm>
            <a:off x="11147618" y="5493586"/>
            <a:ext cx="600633" cy="518169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/>
              <a:t>Submit</a:t>
            </a:r>
            <a:endParaRPr lang="en-IN" sz="1050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6671AB9-0F2D-D431-478C-2B387C3BECC8}"/>
              </a:ext>
            </a:extLst>
          </p:cNvPr>
          <p:cNvSpPr/>
          <p:nvPr/>
        </p:nvSpPr>
        <p:spPr>
          <a:xfrm>
            <a:off x="8126513" y="5493586"/>
            <a:ext cx="3021105" cy="51816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IN" sz="1200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7865E0FC-4053-11AD-D28E-7141D45BC14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0173" r="20674"/>
          <a:stretch>
            <a:fillRect/>
          </a:stretch>
        </p:blipFill>
        <p:spPr>
          <a:xfrm>
            <a:off x="11488278" y="1640540"/>
            <a:ext cx="217394" cy="3853046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8E661510-04F5-33BF-09E5-F0966F044F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58772" y="3803939"/>
            <a:ext cx="2835763" cy="1252155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BFB78255-788F-32AB-D61C-1F9CD76F8B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4779" y="1620830"/>
            <a:ext cx="2955324" cy="2072630"/>
          </a:xfrm>
          <a:prstGeom prst="rect">
            <a:avLst/>
          </a:prstGeom>
        </p:spPr>
      </p:pic>
      <p:sp>
        <p:nvSpPr>
          <p:cNvPr id="27" name="Rectangle 26">
            <a:extLst>
              <a:ext uri="{FF2B5EF4-FFF2-40B4-BE49-F238E27FC236}">
                <a16:creationId xmlns:a16="http://schemas.microsoft.com/office/drawing/2014/main" id="{99DF2D79-BDC2-B2F3-56C2-37C73C4B45F1}"/>
              </a:ext>
            </a:extLst>
          </p:cNvPr>
          <p:cNvSpPr/>
          <p:nvPr/>
        </p:nvSpPr>
        <p:spPr>
          <a:xfrm>
            <a:off x="8652515" y="5047137"/>
            <a:ext cx="2835763" cy="25996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Post in LinkedIn</a:t>
            </a:r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9329642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7FBC20-E1BD-A4FE-F124-50833FDF00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D90424DD-5C0E-C7C1-D5FC-6EE069B9F744}"/>
              </a:ext>
            </a:extLst>
          </p:cNvPr>
          <p:cNvGrpSpPr/>
          <p:nvPr/>
        </p:nvGrpSpPr>
        <p:grpSpPr>
          <a:xfrm>
            <a:off x="510982" y="493058"/>
            <a:ext cx="3603812" cy="6078070"/>
            <a:chOff x="6096000" y="493059"/>
            <a:chExt cx="3603812" cy="6078070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78AFCA77-31C5-CC0E-B715-3D5080502D10}"/>
                </a:ext>
              </a:extLst>
            </p:cNvPr>
            <p:cNvSpPr/>
            <p:nvPr/>
          </p:nvSpPr>
          <p:spPr>
            <a:xfrm>
              <a:off x="6096000" y="493059"/>
              <a:ext cx="3603812" cy="607807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225E9905-1DDD-EA85-AD19-73A3CB39EEDD}"/>
                </a:ext>
              </a:extLst>
            </p:cNvPr>
            <p:cNvSpPr/>
            <p:nvPr/>
          </p:nvSpPr>
          <p:spPr>
            <a:xfrm>
              <a:off x="6096000" y="493060"/>
              <a:ext cx="3603812" cy="564776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SM Assistant</a:t>
              </a:r>
              <a:endParaRPr lang="en-IN" dirty="0"/>
            </a:p>
          </p:txBody>
        </p:sp>
      </p:grpSp>
      <p:sp>
        <p:nvSpPr>
          <p:cNvPr id="5" name="Rectangle 4">
            <a:extLst>
              <a:ext uri="{FF2B5EF4-FFF2-40B4-BE49-F238E27FC236}">
                <a16:creationId xmlns:a16="http://schemas.microsoft.com/office/drawing/2014/main" id="{98588B6A-38A1-AE22-A89B-EE5F874DFEE7}"/>
              </a:ext>
            </a:extLst>
          </p:cNvPr>
          <p:cNvSpPr/>
          <p:nvPr/>
        </p:nvSpPr>
        <p:spPr>
          <a:xfrm>
            <a:off x="510982" y="1259539"/>
            <a:ext cx="3361764" cy="412377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Generate Content &amp; Video</a:t>
            </a:r>
            <a:endParaRPr lang="en-IN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A8648ED-1B8E-3818-2D00-52B9FCBC672E}"/>
              </a:ext>
            </a:extLst>
          </p:cNvPr>
          <p:cNvSpPr/>
          <p:nvPr/>
        </p:nvSpPr>
        <p:spPr>
          <a:xfrm>
            <a:off x="510981" y="6082552"/>
            <a:ext cx="3603811" cy="488575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Back to Home</a:t>
            </a:r>
            <a:endParaRPr lang="en-IN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AF485F3-89A2-FE16-876B-877BB425A4FF}"/>
              </a:ext>
            </a:extLst>
          </p:cNvPr>
          <p:cNvSpPr/>
          <p:nvPr/>
        </p:nvSpPr>
        <p:spPr>
          <a:xfrm>
            <a:off x="3532086" y="5544673"/>
            <a:ext cx="600633" cy="518169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/>
              <a:t>Submit</a:t>
            </a:r>
            <a:endParaRPr lang="en-IN" sz="1050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14E73923-FCD6-E911-6149-0C6754DC3000}"/>
              </a:ext>
            </a:extLst>
          </p:cNvPr>
          <p:cNvGrpSpPr/>
          <p:nvPr/>
        </p:nvGrpSpPr>
        <p:grpSpPr>
          <a:xfrm>
            <a:off x="4347880" y="473348"/>
            <a:ext cx="3603812" cy="6078070"/>
            <a:chOff x="6096000" y="493059"/>
            <a:chExt cx="3603812" cy="607807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B1E9C790-A6D0-F1F0-BAB7-0B36EFD64244}"/>
                </a:ext>
              </a:extLst>
            </p:cNvPr>
            <p:cNvSpPr/>
            <p:nvPr/>
          </p:nvSpPr>
          <p:spPr>
            <a:xfrm>
              <a:off x="6096000" y="493059"/>
              <a:ext cx="3603812" cy="607807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1ED29A18-4FC7-24FB-E30C-C14364C8A41A}"/>
                </a:ext>
              </a:extLst>
            </p:cNvPr>
            <p:cNvSpPr/>
            <p:nvPr/>
          </p:nvSpPr>
          <p:spPr>
            <a:xfrm>
              <a:off x="6096000" y="493060"/>
              <a:ext cx="3603812" cy="564776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SM Assistant</a:t>
              </a:r>
              <a:endParaRPr lang="en-IN" dirty="0"/>
            </a:p>
          </p:txBody>
        </p:sp>
      </p:grpSp>
      <p:sp>
        <p:nvSpPr>
          <p:cNvPr id="11" name="Rectangle 10">
            <a:extLst>
              <a:ext uri="{FF2B5EF4-FFF2-40B4-BE49-F238E27FC236}">
                <a16:creationId xmlns:a16="http://schemas.microsoft.com/office/drawing/2014/main" id="{5FBF92D4-7F19-102F-DE34-0A6C815F42E7}"/>
              </a:ext>
            </a:extLst>
          </p:cNvPr>
          <p:cNvSpPr/>
          <p:nvPr/>
        </p:nvSpPr>
        <p:spPr>
          <a:xfrm>
            <a:off x="4347880" y="1239829"/>
            <a:ext cx="3361764" cy="412377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Generate Content &amp; Video</a:t>
            </a:r>
            <a:endParaRPr lang="en-IN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283FF62-45D4-5060-BA6F-22CC4914E4A7}"/>
              </a:ext>
            </a:extLst>
          </p:cNvPr>
          <p:cNvSpPr/>
          <p:nvPr/>
        </p:nvSpPr>
        <p:spPr>
          <a:xfrm>
            <a:off x="4347879" y="6062842"/>
            <a:ext cx="3603811" cy="488575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Back to Home</a:t>
            </a:r>
            <a:endParaRPr lang="en-IN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27C846D-8A78-7C45-D497-7662F9C811A8}"/>
              </a:ext>
            </a:extLst>
          </p:cNvPr>
          <p:cNvSpPr/>
          <p:nvPr/>
        </p:nvSpPr>
        <p:spPr>
          <a:xfrm>
            <a:off x="7368984" y="5524963"/>
            <a:ext cx="600633" cy="518169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/>
              <a:t>Submit</a:t>
            </a:r>
            <a:endParaRPr lang="en-IN" sz="105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DA95976-175A-9692-E36E-C317810A5668}"/>
              </a:ext>
            </a:extLst>
          </p:cNvPr>
          <p:cNvSpPr/>
          <p:nvPr/>
        </p:nvSpPr>
        <p:spPr>
          <a:xfrm>
            <a:off x="4347879" y="5524963"/>
            <a:ext cx="3021105" cy="51816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IN" sz="12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F7950E7F-BF33-D2E6-EA07-D2F59730B5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8217" y="1671916"/>
            <a:ext cx="3572437" cy="250542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3CD27054-4FB2-C8E5-9703-9DA9CE9F93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6667" y="3584115"/>
            <a:ext cx="3005417" cy="2505425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8100A1DB-A7DE-452C-9FFD-87530221F7DE}"/>
              </a:ext>
            </a:extLst>
          </p:cNvPr>
          <p:cNvSpPr/>
          <p:nvPr/>
        </p:nvSpPr>
        <p:spPr>
          <a:xfrm>
            <a:off x="8126514" y="0"/>
            <a:ext cx="3603812" cy="652004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8983D37-70E1-6F22-095C-B2E62D210D98}"/>
              </a:ext>
            </a:extLst>
          </p:cNvPr>
          <p:cNvSpPr/>
          <p:nvPr/>
        </p:nvSpPr>
        <p:spPr>
          <a:xfrm>
            <a:off x="8126514" y="0"/>
            <a:ext cx="3603812" cy="47334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SM Assistant</a:t>
            </a:r>
            <a:endParaRPr lang="en-IN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F1DE469-A8A0-5C90-AEB9-6CB5404DDEDB}"/>
              </a:ext>
            </a:extLst>
          </p:cNvPr>
          <p:cNvSpPr/>
          <p:nvPr/>
        </p:nvSpPr>
        <p:spPr>
          <a:xfrm>
            <a:off x="8117552" y="473348"/>
            <a:ext cx="3361764" cy="297617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 dirty="0"/>
              <a:t>Generate Content &amp; Video</a:t>
            </a:r>
            <a:endParaRPr lang="en-IN" sz="1400" b="1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EF1E006-AC62-C4E5-256F-25A371D96D34}"/>
              </a:ext>
            </a:extLst>
          </p:cNvPr>
          <p:cNvSpPr/>
          <p:nvPr/>
        </p:nvSpPr>
        <p:spPr>
          <a:xfrm>
            <a:off x="8126513" y="6031465"/>
            <a:ext cx="3603811" cy="488575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Back to Home</a:t>
            </a:r>
            <a:endParaRPr lang="en-IN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F2C832C-773C-645B-44C8-9CA3B7C8201C}"/>
              </a:ext>
            </a:extLst>
          </p:cNvPr>
          <p:cNvSpPr/>
          <p:nvPr/>
        </p:nvSpPr>
        <p:spPr>
          <a:xfrm>
            <a:off x="11147618" y="5493586"/>
            <a:ext cx="600633" cy="518169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/>
              <a:t>Submit</a:t>
            </a:r>
            <a:endParaRPr lang="en-IN" sz="1050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80C8AFB-4B14-4E9A-51EB-C61C44F85027}"/>
              </a:ext>
            </a:extLst>
          </p:cNvPr>
          <p:cNvSpPr/>
          <p:nvPr/>
        </p:nvSpPr>
        <p:spPr>
          <a:xfrm>
            <a:off x="8126513" y="5493586"/>
            <a:ext cx="3021105" cy="51816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IN" sz="1200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1C390235-AF97-5597-0650-419471CE86F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0173" r="20674"/>
          <a:stretch>
            <a:fillRect/>
          </a:stretch>
        </p:blipFill>
        <p:spPr>
          <a:xfrm>
            <a:off x="11488278" y="493058"/>
            <a:ext cx="217394" cy="5000528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1C50B20F-C3DA-958E-D0AF-E8FB27DE8E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96104" y="3466498"/>
            <a:ext cx="2467520" cy="1089555"/>
          </a:xfrm>
          <a:prstGeom prst="rect">
            <a:avLst/>
          </a:prstGeom>
        </p:spPr>
      </p:pic>
      <p:sp>
        <p:nvSpPr>
          <p:cNvPr id="27" name="Rectangle 26">
            <a:extLst>
              <a:ext uri="{FF2B5EF4-FFF2-40B4-BE49-F238E27FC236}">
                <a16:creationId xmlns:a16="http://schemas.microsoft.com/office/drawing/2014/main" id="{78130036-1E13-28BB-936C-8968AD79BEC7}"/>
              </a:ext>
            </a:extLst>
          </p:cNvPr>
          <p:cNvSpPr/>
          <p:nvPr/>
        </p:nvSpPr>
        <p:spPr>
          <a:xfrm>
            <a:off x="8996104" y="4550226"/>
            <a:ext cx="2467520" cy="25996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Post in LinkedIn</a:t>
            </a:r>
            <a:endParaRPr lang="en-IN" sz="1400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5131ABB2-9E0B-C6A1-61A3-E520F2029C3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05063" y="770965"/>
            <a:ext cx="2478734" cy="26937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0937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F28865-98D6-7F90-8DB1-D78E8AE2BA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980689B0-E231-33A6-8283-3076D1C9F662}"/>
              </a:ext>
            </a:extLst>
          </p:cNvPr>
          <p:cNvGrpSpPr/>
          <p:nvPr/>
        </p:nvGrpSpPr>
        <p:grpSpPr>
          <a:xfrm>
            <a:off x="510982" y="493058"/>
            <a:ext cx="3603812" cy="6078070"/>
            <a:chOff x="6096000" y="493059"/>
            <a:chExt cx="3603812" cy="6078070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0FE61E82-472B-F4AE-4606-34481A7B354D}"/>
                </a:ext>
              </a:extLst>
            </p:cNvPr>
            <p:cNvSpPr/>
            <p:nvPr/>
          </p:nvSpPr>
          <p:spPr>
            <a:xfrm>
              <a:off x="6096000" y="493059"/>
              <a:ext cx="3603812" cy="607807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5857662A-5044-77A0-554A-A9458EE373FF}"/>
                </a:ext>
              </a:extLst>
            </p:cNvPr>
            <p:cNvSpPr/>
            <p:nvPr/>
          </p:nvSpPr>
          <p:spPr>
            <a:xfrm>
              <a:off x="6096000" y="493060"/>
              <a:ext cx="3603812" cy="564776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SM Assistant</a:t>
              </a:r>
              <a:endParaRPr lang="en-IN" dirty="0"/>
            </a:p>
          </p:txBody>
        </p:sp>
      </p:grpSp>
      <p:sp>
        <p:nvSpPr>
          <p:cNvPr id="5" name="Rectangle 4">
            <a:extLst>
              <a:ext uri="{FF2B5EF4-FFF2-40B4-BE49-F238E27FC236}">
                <a16:creationId xmlns:a16="http://schemas.microsoft.com/office/drawing/2014/main" id="{4219DCC3-03B9-3EA6-7D3B-EF62C97A0682}"/>
              </a:ext>
            </a:extLst>
          </p:cNvPr>
          <p:cNvSpPr/>
          <p:nvPr/>
        </p:nvSpPr>
        <p:spPr>
          <a:xfrm>
            <a:off x="510982" y="1259539"/>
            <a:ext cx="3361764" cy="412377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Generate Content &amp; Image</a:t>
            </a:r>
            <a:endParaRPr lang="en-IN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FFD3DA6-9A1A-CA7D-1E0D-8CC1F584E1D4}"/>
              </a:ext>
            </a:extLst>
          </p:cNvPr>
          <p:cNvSpPr/>
          <p:nvPr/>
        </p:nvSpPr>
        <p:spPr>
          <a:xfrm>
            <a:off x="510981" y="6082552"/>
            <a:ext cx="3603811" cy="488575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Back to Home</a:t>
            </a:r>
            <a:endParaRPr lang="en-IN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39E57B6-13EA-3C12-75BE-130ACF845EBC}"/>
              </a:ext>
            </a:extLst>
          </p:cNvPr>
          <p:cNvSpPr/>
          <p:nvPr/>
        </p:nvSpPr>
        <p:spPr>
          <a:xfrm>
            <a:off x="3532086" y="5544673"/>
            <a:ext cx="600633" cy="518169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/>
              <a:t>Submit</a:t>
            </a:r>
            <a:endParaRPr lang="en-IN" sz="1050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A2240969-FC18-97B1-E09B-502FF561ABBE}"/>
              </a:ext>
            </a:extLst>
          </p:cNvPr>
          <p:cNvGrpSpPr/>
          <p:nvPr/>
        </p:nvGrpSpPr>
        <p:grpSpPr>
          <a:xfrm>
            <a:off x="4347880" y="473348"/>
            <a:ext cx="3603812" cy="6078070"/>
            <a:chOff x="6096000" y="493059"/>
            <a:chExt cx="3603812" cy="607807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05339C74-E19D-C38E-DDA5-34905708CF27}"/>
                </a:ext>
              </a:extLst>
            </p:cNvPr>
            <p:cNvSpPr/>
            <p:nvPr/>
          </p:nvSpPr>
          <p:spPr>
            <a:xfrm>
              <a:off x="6096000" y="493059"/>
              <a:ext cx="3603812" cy="607807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54C09A71-39F0-7977-F0BC-FF4D12115773}"/>
                </a:ext>
              </a:extLst>
            </p:cNvPr>
            <p:cNvSpPr/>
            <p:nvPr/>
          </p:nvSpPr>
          <p:spPr>
            <a:xfrm>
              <a:off x="6096000" y="493060"/>
              <a:ext cx="3603812" cy="564776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SM Assistant</a:t>
              </a:r>
              <a:endParaRPr lang="en-IN" dirty="0"/>
            </a:p>
          </p:txBody>
        </p:sp>
      </p:grpSp>
      <p:sp>
        <p:nvSpPr>
          <p:cNvPr id="11" name="Rectangle 10">
            <a:extLst>
              <a:ext uri="{FF2B5EF4-FFF2-40B4-BE49-F238E27FC236}">
                <a16:creationId xmlns:a16="http://schemas.microsoft.com/office/drawing/2014/main" id="{954670BF-4010-940E-B251-12A04FA80C4A}"/>
              </a:ext>
            </a:extLst>
          </p:cNvPr>
          <p:cNvSpPr/>
          <p:nvPr/>
        </p:nvSpPr>
        <p:spPr>
          <a:xfrm>
            <a:off x="4347880" y="1239829"/>
            <a:ext cx="3361764" cy="412377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Generate Content &amp; Image</a:t>
            </a:r>
            <a:endParaRPr lang="en-IN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7D7CCC0-07A2-0C63-0210-9FB44F661F04}"/>
              </a:ext>
            </a:extLst>
          </p:cNvPr>
          <p:cNvSpPr/>
          <p:nvPr/>
        </p:nvSpPr>
        <p:spPr>
          <a:xfrm>
            <a:off x="4347879" y="6062842"/>
            <a:ext cx="3603811" cy="488575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Back to Home</a:t>
            </a:r>
            <a:endParaRPr lang="en-IN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B7DEBFE-A0A0-D272-AD7D-3379A54871F9}"/>
              </a:ext>
            </a:extLst>
          </p:cNvPr>
          <p:cNvSpPr/>
          <p:nvPr/>
        </p:nvSpPr>
        <p:spPr>
          <a:xfrm>
            <a:off x="7368984" y="5524963"/>
            <a:ext cx="600633" cy="518169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/>
              <a:t>Submit</a:t>
            </a:r>
            <a:endParaRPr lang="en-IN" sz="105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22C9791-FC83-5824-79D6-50E2B573FA7D}"/>
              </a:ext>
            </a:extLst>
          </p:cNvPr>
          <p:cNvSpPr/>
          <p:nvPr/>
        </p:nvSpPr>
        <p:spPr>
          <a:xfrm>
            <a:off x="4347879" y="5524963"/>
            <a:ext cx="3021105" cy="51816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IN" sz="12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D297E9B5-1CDB-6333-AB21-DE4F837579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8217" y="1671916"/>
            <a:ext cx="3572437" cy="250542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15CC924E-55D0-3925-DC3F-A49444B12C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6667" y="3584115"/>
            <a:ext cx="3005417" cy="2505425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135B5DC9-477B-2383-A418-AB642B93B460}"/>
              </a:ext>
            </a:extLst>
          </p:cNvPr>
          <p:cNvSpPr/>
          <p:nvPr/>
        </p:nvSpPr>
        <p:spPr>
          <a:xfrm>
            <a:off x="8126514" y="0"/>
            <a:ext cx="3603812" cy="652004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1ABE2FD-43AB-6115-2BAB-B86F7624BB70}"/>
              </a:ext>
            </a:extLst>
          </p:cNvPr>
          <p:cNvSpPr/>
          <p:nvPr/>
        </p:nvSpPr>
        <p:spPr>
          <a:xfrm>
            <a:off x="8126514" y="0"/>
            <a:ext cx="3603812" cy="47334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SM Assistant</a:t>
            </a:r>
            <a:endParaRPr lang="en-IN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7C8006B-F25F-C6A0-05AC-8977D17FCC3D}"/>
              </a:ext>
            </a:extLst>
          </p:cNvPr>
          <p:cNvSpPr/>
          <p:nvPr/>
        </p:nvSpPr>
        <p:spPr>
          <a:xfrm>
            <a:off x="8117552" y="473348"/>
            <a:ext cx="3361764" cy="297617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 dirty="0"/>
              <a:t>Generate Content &amp; Image</a:t>
            </a:r>
            <a:endParaRPr lang="en-IN" sz="1400" b="1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D99CB7D-6B0D-01EC-4D9D-8106AFCB3C4C}"/>
              </a:ext>
            </a:extLst>
          </p:cNvPr>
          <p:cNvSpPr/>
          <p:nvPr/>
        </p:nvSpPr>
        <p:spPr>
          <a:xfrm>
            <a:off x="8126513" y="6031465"/>
            <a:ext cx="3603811" cy="488575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Back to Home</a:t>
            </a:r>
            <a:endParaRPr lang="en-IN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4CB83A9-AB3C-508F-4259-70ACE2FA0B52}"/>
              </a:ext>
            </a:extLst>
          </p:cNvPr>
          <p:cNvSpPr/>
          <p:nvPr/>
        </p:nvSpPr>
        <p:spPr>
          <a:xfrm>
            <a:off x="11147618" y="5493586"/>
            <a:ext cx="600633" cy="518169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/>
              <a:t>Submit</a:t>
            </a:r>
            <a:endParaRPr lang="en-IN" sz="1050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C1028A3-8EB6-02AA-43A8-C332DBC66425}"/>
              </a:ext>
            </a:extLst>
          </p:cNvPr>
          <p:cNvSpPr/>
          <p:nvPr/>
        </p:nvSpPr>
        <p:spPr>
          <a:xfrm>
            <a:off x="8126513" y="5493586"/>
            <a:ext cx="3021105" cy="51816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IN" sz="1200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AA06FCB7-6322-4BA1-7936-837FA973FC8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0173" r="20674"/>
          <a:stretch>
            <a:fillRect/>
          </a:stretch>
        </p:blipFill>
        <p:spPr>
          <a:xfrm>
            <a:off x="11488278" y="493058"/>
            <a:ext cx="217394" cy="5000528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0A3FF9A0-A8A3-DE0A-4ADA-B9CA2AB0C1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96104" y="3466498"/>
            <a:ext cx="2467520" cy="1089555"/>
          </a:xfrm>
          <a:prstGeom prst="rect">
            <a:avLst/>
          </a:prstGeom>
        </p:spPr>
      </p:pic>
      <p:sp>
        <p:nvSpPr>
          <p:cNvPr id="27" name="Rectangle 26">
            <a:extLst>
              <a:ext uri="{FF2B5EF4-FFF2-40B4-BE49-F238E27FC236}">
                <a16:creationId xmlns:a16="http://schemas.microsoft.com/office/drawing/2014/main" id="{9C323126-1428-CAB2-976E-2C480B9AF763}"/>
              </a:ext>
            </a:extLst>
          </p:cNvPr>
          <p:cNvSpPr/>
          <p:nvPr/>
        </p:nvSpPr>
        <p:spPr>
          <a:xfrm>
            <a:off x="8996104" y="4550226"/>
            <a:ext cx="2467520" cy="25996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Post in LinkedIn</a:t>
            </a:r>
            <a:endParaRPr lang="en-IN" sz="1400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57FEE46F-A2FB-EA10-3E25-6C68EFBCE4E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05063" y="770965"/>
            <a:ext cx="2478734" cy="26937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35981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CFCAAD9-1829-3789-5FE2-6EDF3FB43B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0912"/>
            <a:ext cx="12192000" cy="6576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6579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321</Words>
  <Application>Microsoft Office PowerPoint</Application>
  <PresentationFormat>Widescreen</PresentationFormat>
  <Paragraphs>132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Office Theme</vt:lpstr>
      <vt:lpstr>SM Assistant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krishna punna</dc:creator>
  <cp:lastModifiedBy>krishna punna</cp:lastModifiedBy>
  <cp:revision>1</cp:revision>
  <dcterms:created xsi:type="dcterms:W3CDTF">2026-10-25T04:52:32Z</dcterms:created>
  <dcterms:modified xsi:type="dcterms:W3CDTF">2026-10-25T04:55:29Z</dcterms:modified>
</cp:coreProperties>
</file>